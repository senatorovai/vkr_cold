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tiff" ContentType="image/tif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15"/>
  </p:notesMasterIdLst>
  <p:handoutMasterIdLst>
    <p:handoutMasterId r:id="rId16"/>
  </p:handoutMasterIdLst>
  <p:sldIdLst>
    <p:sldId id="265" r:id="rId3"/>
    <p:sldId id="324" r:id="rId4"/>
    <p:sldId id="325" r:id="rId5"/>
    <p:sldId id="322" r:id="rId6"/>
    <p:sldId id="326" r:id="rId7"/>
    <p:sldId id="284" r:id="rId8"/>
    <p:sldId id="316" r:id="rId9"/>
    <p:sldId id="315" r:id="rId10"/>
    <p:sldId id="317" r:id="rId11"/>
    <p:sldId id="319" r:id="rId12"/>
    <p:sldId id="320" r:id="rId13"/>
    <p:sldId id="263" r:id="rId14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11" userDrawn="1">
          <p15:clr>
            <a:srgbClr val="A4A3A4"/>
          </p15:clr>
        </p15:guide>
        <p15:guide id="2" pos="2874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22595315-6059-63B0-9BE8-AAFD11894995}" name="Елена Иванченко" initials="ЕИ" userId="7f7d7db965285a96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F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99" autoAdjust="0"/>
    <p:restoredTop sz="94672" autoAdjust="0"/>
  </p:normalViewPr>
  <p:slideViewPr>
    <p:cSldViewPr snapToGrid="0" snapToObjects="1" showGuides="1">
      <p:cViewPr varScale="1">
        <p:scale>
          <a:sx n="140" d="100"/>
          <a:sy n="140" d="100"/>
        </p:scale>
        <p:origin x="864" y="108"/>
      </p:cViewPr>
      <p:guideLst>
        <p:guide orient="horz" pos="1611"/>
        <p:guide pos="2874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>
      <p:cViewPr varScale="1">
        <p:scale>
          <a:sx n="85" d="100"/>
          <a:sy n="85" d="100"/>
        </p:scale>
        <p:origin x="3888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0" Type="http://schemas.microsoft.com/office/2018/10/relationships/authors" Target="authors.xml"/><Relationship Id="rId2" Type="http://schemas.openxmlformats.org/officeDocument/2006/relationships/theme" Target="theme/theme1.xml"/><Relationship Id="rId19" Type="http://schemas.openxmlformats.org/officeDocument/2006/relationships/tableStyles" Target="tableStyles.xml"/><Relationship Id="rId18" Type="http://schemas.openxmlformats.org/officeDocument/2006/relationships/viewProps" Target="viewProps.xml"/><Relationship Id="rId17" Type="http://schemas.openxmlformats.org/officeDocument/2006/relationships/presProps" Target="presProps.xml"/><Relationship Id="rId16" Type="http://schemas.openxmlformats.org/officeDocument/2006/relationships/handoutMaster" Target="handoutMasters/handoutMaster1.xml"/><Relationship Id="rId15" Type="http://schemas.openxmlformats.org/officeDocument/2006/relationships/notesMaster" Target="notesMasters/notesMaster1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9412975-4CFD-C441-A244-B7FD9A9579C2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2D660DC-725D-2A44-9F89-74FE668A9C6B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DAFD1C8-470D-774F-8B40-381C3059BD4A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449711C-DB87-6342-8123-FE7E39EB0067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5098416" y="49027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5910801" y="427239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2" name="TextBox 1"/>
          <p:cNvSpPr txBox="1"/>
          <p:nvPr userDrawn="1"/>
        </p:nvSpPr>
        <p:spPr>
          <a:xfrm>
            <a:off x="5098416" y="49027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3" name="TextBox 2"/>
          <p:cNvSpPr txBox="1"/>
          <p:nvPr userDrawn="1"/>
        </p:nvSpPr>
        <p:spPr>
          <a:xfrm>
            <a:off x="5910801" y="427239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4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824382" cy="527284"/>
          </a:xfrm>
        </p:spPr>
        <p:txBody>
          <a:bodyPr>
            <a:normAutofit/>
          </a:bodyPr>
          <a:lstStyle>
            <a:lvl1pPr>
              <a:defRPr sz="3200" baseline="0"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5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457199" y="1040162"/>
            <a:ext cx="8389257" cy="3735038"/>
          </a:xfrm>
        </p:spPr>
        <p:txBody>
          <a:bodyPr>
            <a:normAutofit/>
          </a:bodyPr>
          <a:lstStyle>
            <a:lvl1pPr marL="0" indent="0">
              <a:buFont typeface="Arial" panose="020B0704020202020204" pitchFamily="34" charset="0"/>
              <a:buNone/>
              <a:defRPr sz="2000" baseline="0"/>
            </a:lvl1pPr>
            <a:lvl2pPr marL="457200" indent="0">
              <a:buFont typeface="Arial" panose="020B0704020202020204" pitchFamily="34" charset="0"/>
              <a:buNone/>
              <a:defRPr sz="2400"/>
            </a:lvl2pPr>
            <a:lvl3pPr marL="914400" indent="0">
              <a:buFont typeface="Arial" panose="020B0704020202020204" pitchFamily="34" charset="0"/>
              <a:buNone/>
              <a:defRPr sz="2000"/>
            </a:lvl3pPr>
            <a:lvl4pPr marL="1371600" indent="0">
              <a:buFont typeface="Arial" panose="020B0704020202020204" pitchFamily="34" charset="0"/>
              <a:buNone/>
              <a:defRPr sz="1800"/>
            </a:lvl4pPr>
            <a:lvl5pPr marL="1828800" indent="0">
              <a:buFont typeface="Arial" panose="020B0704020202020204" pitchFamily="34" charset="0"/>
              <a:buNone/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r>
              <a:rPr lang="ru-RU" sz="2000" dirty="0">
                <a:latin typeface="Golos Text" panose="020B0503020202020204"/>
              </a:rPr>
              <a:t>Здесь при необходимости располагается основной текст слайда, ключевая формулировка.</a:t>
            </a:r>
            <a:endParaRPr lang="ru-RU" sz="2000" dirty="0">
              <a:latin typeface="Golos Text" panose="020B0503020202020204"/>
            </a:endParaRPr>
          </a:p>
          <a:p>
            <a:endParaRPr lang="ru-RU" sz="2000" dirty="0">
              <a:latin typeface="Golos Text" panose="020B0503020202020204"/>
            </a:endParaRPr>
          </a:p>
          <a:p>
            <a:pPr marL="0" indent="0" algn="l">
              <a:buNone/>
            </a:pPr>
            <a:r>
              <a:rPr lang="ru-RU" sz="1800" b="1" i="0" dirty="0">
                <a:solidFill>
                  <a:srgbClr val="2C2D2E"/>
                </a:solidFill>
                <a:effectLst/>
                <a:latin typeface="Golos Text" panose="020B0503020202020204"/>
              </a:rPr>
              <a:t>Начало списка:</a:t>
            </a:r>
            <a:endParaRPr lang="ru-RU" sz="1800" b="1" i="0" dirty="0">
              <a:solidFill>
                <a:srgbClr val="2C2D2E"/>
              </a:solidFill>
              <a:effectLst/>
              <a:latin typeface="Golos Text" panose="020B0503020202020204"/>
            </a:endParaRPr>
          </a:p>
          <a:p>
            <a:pPr algn="l">
              <a:buFont typeface="Arial" panose="020B0704020202020204" pitchFamily="34" charset="0"/>
              <a:buChar char="•"/>
            </a:pPr>
            <a:r>
              <a:rPr lang="ru-RU" sz="18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  <a:endParaRPr lang="ru-RU" sz="1800" b="0" i="0" dirty="0">
              <a:solidFill>
                <a:srgbClr val="2C2D2E"/>
              </a:solidFill>
              <a:effectLst/>
              <a:latin typeface="Golos Text" panose="020B0503020202020204"/>
            </a:endParaRPr>
          </a:p>
          <a:p>
            <a:pPr algn="l">
              <a:buFont typeface="Arial" panose="020B0704020202020204" pitchFamily="34" charset="0"/>
              <a:buChar char="•"/>
            </a:pPr>
            <a:r>
              <a:rPr lang="ru-RU" sz="18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  <a:endParaRPr lang="ru-RU" sz="1800" b="0" i="0" dirty="0">
              <a:solidFill>
                <a:srgbClr val="2C2D2E"/>
              </a:solidFill>
              <a:effectLst/>
              <a:latin typeface="Golos Text" panose="020B0503020202020204"/>
            </a:endParaRPr>
          </a:p>
          <a:p>
            <a:pPr algn="l">
              <a:buFont typeface="Arial" panose="020B0704020202020204" pitchFamily="34" charset="0"/>
              <a:buChar char="•"/>
            </a:pPr>
            <a:r>
              <a:rPr lang="ru-RU" sz="18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конец списка.</a:t>
            </a:r>
            <a:endParaRPr lang="ru-RU" sz="1800" b="0" i="0" dirty="0">
              <a:solidFill>
                <a:srgbClr val="2C2D2E"/>
              </a:solidFill>
              <a:effectLst/>
              <a:latin typeface="Golos Text" panose="020B0503020202020204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kfql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824382" cy="527284"/>
          </a:xfrm>
        </p:spPr>
        <p:txBody>
          <a:bodyPr>
            <a:normAutofit/>
          </a:bodyPr>
          <a:lstStyle>
            <a:lvl1pPr>
              <a:defRPr sz="3200" baseline="0"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457200" y="1211943"/>
            <a:ext cx="7467600" cy="3447143"/>
          </a:xfrm>
        </p:spPr>
        <p:txBody>
          <a:bodyPr/>
          <a:lstStyle>
            <a:lvl1pPr marL="0" indent="0">
              <a:buFont typeface="Arial" panose="020B0704020202020204" pitchFamily="34" charset="0"/>
              <a:buNone/>
              <a:defRPr sz="1400" baseline="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r>
              <a:rPr lang="ru-RU" sz="2400" dirty="0">
                <a:latin typeface="Golos Text" panose="020B0503020202020204"/>
              </a:rPr>
              <a:t>Здесь при необходимости располагается основной текст слайда, ключевая формулировка.</a:t>
            </a:r>
            <a:endParaRPr lang="ru-RU" sz="2400" dirty="0">
              <a:latin typeface="Golos Text" panose="020B0503020202020204"/>
            </a:endParaRPr>
          </a:p>
          <a:p>
            <a:endParaRPr lang="ru-RU" sz="2400" dirty="0">
              <a:latin typeface="Golos Text" panose="020B0503020202020204"/>
            </a:endParaRPr>
          </a:p>
          <a:p>
            <a:pPr marL="0" indent="0" algn="l">
              <a:buNone/>
            </a:pPr>
            <a:r>
              <a:rPr lang="ru-RU" sz="2000" b="1" i="0" dirty="0">
                <a:solidFill>
                  <a:srgbClr val="2C2D2E"/>
                </a:solidFill>
                <a:effectLst/>
                <a:latin typeface="Golos Text" panose="020B0503020202020204"/>
              </a:rPr>
              <a:t>Начало списка:</a:t>
            </a:r>
            <a:endParaRPr lang="ru-RU" sz="2000" b="1" i="0" dirty="0">
              <a:solidFill>
                <a:srgbClr val="2C2D2E"/>
              </a:solidFill>
              <a:effectLst/>
              <a:latin typeface="Golos Text" panose="020B0503020202020204"/>
            </a:endParaRPr>
          </a:p>
          <a:p>
            <a:pPr algn="l">
              <a:buFont typeface="Arial" panose="020B0704020202020204" pitchFamily="34" charset="0"/>
              <a:buChar char="•"/>
            </a:pPr>
            <a:r>
              <a:rPr lang="ru-RU" sz="20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  <a:endParaRPr lang="ru-RU" sz="2000" b="0" i="0" dirty="0">
              <a:solidFill>
                <a:srgbClr val="2C2D2E"/>
              </a:solidFill>
              <a:effectLst/>
              <a:latin typeface="Golos Text" panose="020B0503020202020204"/>
            </a:endParaRPr>
          </a:p>
          <a:p>
            <a:pPr algn="l">
              <a:buFont typeface="Arial" panose="020B0704020202020204" pitchFamily="34" charset="0"/>
              <a:buChar char="•"/>
            </a:pPr>
            <a:r>
              <a:rPr lang="ru-RU" sz="20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  <a:endParaRPr lang="ru-RU" sz="2000" b="0" i="0" dirty="0">
              <a:solidFill>
                <a:srgbClr val="2C2D2E"/>
              </a:solidFill>
              <a:effectLst/>
              <a:latin typeface="Golos Text" panose="020B0503020202020204"/>
            </a:endParaRPr>
          </a:p>
          <a:p>
            <a:pPr algn="l">
              <a:buFont typeface="Arial" panose="020B0704020202020204" pitchFamily="34" charset="0"/>
              <a:buChar char="•"/>
            </a:pPr>
            <a:r>
              <a:rPr lang="ru-RU" sz="20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конец списка.</a:t>
            </a:r>
            <a:endParaRPr lang="ru-RU" sz="2000" b="0" i="0" dirty="0">
              <a:solidFill>
                <a:srgbClr val="2C2D2E"/>
              </a:solidFill>
              <a:effectLst/>
              <a:latin typeface="Golos Text" panose="020B0503020202020204"/>
            </a:endParaRPr>
          </a:p>
        </p:txBody>
      </p:sp>
    </p:spTree>
  </p:cSld>
  <p:clrMapOvr>
    <a:masterClrMapping/>
  </p:clrMapOvr>
  <p:hf sldNum="0" hd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ользовательский макет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Текст 7"/>
          <p:cNvSpPr>
            <a:spLocks noGrp="1"/>
          </p:cNvSpPr>
          <p:nvPr>
            <p:ph type="body" sz="quarter" idx="10" hasCustomPrompt="1"/>
          </p:nvPr>
        </p:nvSpPr>
        <p:spPr>
          <a:xfrm>
            <a:off x="507999" y="1792286"/>
            <a:ext cx="3635830" cy="1573671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Font typeface="Arial" panose="020B0704020202020204" pitchFamily="34" charset="0"/>
              <a:buNone/>
              <a:defRPr/>
            </a:lvl5pPr>
          </a:lstStyle>
          <a:p>
            <a:r>
              <a:rPr lang="ru-RU" sz="1200" dirty="0">
                <a:latin typeface="Golos Text" panose="020B0503020202020204"/>
              </a:rPr>
              <a:t>Здесь при необходимости располагается основной текст слайда, ключевая формулировка.</a:t>
            </a:r>
            <a:endParaRPr lang="ru-RU" sz="1200" dirty="0">
              <a:latin typeface="Golos Text" panose="020B0503020202020204"/>
            </a:endParaRPr>
          </a:p>
        </p:txBody>
      </p:sp>
      <p:sp>
        <p:nvSpPr>
          <p:cNvPr id="4" name="Текст 13"/>
          <p:cNvSpPr>
            <a:spLocks noGrp="1"/>
          </p:cNvSpPr>
          <p:nvPr>
            <p:ph type="body" sz="quarter" idx="13" hasCustomPrompt="1"/>
          </p:nvPr>
        </p:nvSpPr>
        <p:spPr>
          <a:xfrm>
            <a:off x="507999" y="1182459"/>
            <a:ext cx="2960913" cy="595085"/>
          </a:xfrm>
        </p:spPr>
        <p:txBody>
          <a:bodyPr>
            <a:normAutofit/>
          </a:bodyPr>
          <a:lstStyle>
            <a:lvl1pPr marL="0" indent="0">
              <a:buNone/>
              <a:defRPr sz="1600" u="sng" baseline="0">
                <a:latin typeface="Golos Text DemiBold" panose="020B0703020202020204" pitchFamily="34" charset="-52"/>
              </a:defRPr>
            </a:lvl1pPr>
          </a:lstStyle>
          <a:p>
            <a:pPr lvl="0"/>
            <a:r>
              <a:rPr lang="ru-RU" dirty="0"/>
              <a:t>Подзаголовок</a:t>
            </a:r>
            <a:endParaRPr lang="ru-RU" dirty="0"/>
          </a:p>
        </p:txBody>
      </p:sp>
      <p:sp>
        <p:nvSpPr>
          <p:cNvPr id="5" name="Текст 7"/>
          <p:cNvSpPr>
            <a:spLocks noGrp="1"/>
          </p:cNvSpPr>
          <p:nvPr>
            <p:ph type="body" sz="quarter" idx="14" hasCustomPrompt="1"/>
          </p:nvPr>
        </p:nvSpPr>
        <p:spPr>
          <a:xfrm>
            <a:off x="5000171" y="3011486"/>
            <a:ext cx="3635830" cy="1573671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Font typeface="Arial" panose="020B0704020202020204" pitchFamily="34" charset="0"/>
              <a:buNone/>
              <a:defRPr/>
            </a:lvl5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100000"/>
              <a:buFont typeface="Arial" panose="020B0704020202020204" pitchFamily="34" charset="0"/>
              <a:buNone/>
              <a:defRPr/>
            </a:pPr>
            <a:r>
              <a:rPr lang="ru-RU" sz="1200" dirty="0">
                <a:latin typeface="Golos Text" panose="020B0503020202020204"/>
              </a:rPr>
              <a:t>Основной текст слайда, ключевая формулировка.</a:t>
            </a:r>
            <a:endParaRPr lang="ru-RU" sz="1200" dirty="0">
              <a:latin typeface="Golos Text" panose="020B0503020202020204"/>
            </a:endParaRPr>
          </a:p>
          <a:p>
            <a:pPr marL="0" indent="0" algn="l">
              <a:buNone/>
            </a:pPr>
            <a:endParaRPr lang="en-US" sz="1200" b="1" i="0" dirty="0">
              <a:solidFill>
                <a:srgbClr val="2C2D2E"/>
              </a:solidFill>
              <a:effectLst/>
              <a:latin typeface="Golos Text" panose="020B0503020202020204"/>
            </a:endParaRPr>
          </a:p>
          <a:p>
            <a:pPr marL="0" indent="0" algn="l">
              <a:buNone/>
            </a:pPr>
            <a:r>
              <a:rPr lang="ru-RU" sz="1200" b="1" i="0" dirty="0">
                <a:solidFill>
                  <a:srgbClr val="2C2D2E"/>
                </a:solidFill>
                <a:effectLst/>
                <a:latin typeface="Golos Text" panose="020B0503020202020204"/>
              </a:rPr>
              <a:t>Начало списка:</a:t>
            </a:r>
            <a:endParaRPr lang="ru-RU" sz="1200" b="1" i="0" dirty="0">
              <a:solidFill>
                <a:srgbClr val="2C2D2E"/>
              </a:solidFill>
              <a:effectLst/>
              <a:latin typeface="Golos Text" panose="020B0503020202020204"/>
            </a:endParaRPr>
          </a:p>
          <a:p>
            <a:pPr algn="l">
              <a:buFont typeface="Arial" panose="020B0704020202020204" pitchFamily="34" charset="0"/>
              <a:buChar char="•"/>
            </a:pPr>
            <a:r>
              <a:rPr lang="ru-RU" sz="12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  <a:endParaRPr lang="ru-RU" sz="1200" b="0" i="0" dirty="0">
              <a:solidFill>
                <a:srgbClr val="2C2D2E"/>
              </a:solidFill>
              <a:effectLst/>
              <a:latin typeface="Golos Text" panose="020B0503020202020204"/>
            </a:endParaRPr>
          </a:p>
          <a:p>
            <a:pPr algn="l">
              <a:buFont typeface="Arial" panose="020B0704020202020204" pitchFamily="34" charset="0"/>
              <a:buChar char="•"/>
            </a:pPr>
            <a:r>
              <a:rPr lang="ru-RU" sz="12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  <a:endParaRPr lang="ru-RU" sz="1200" b="0" i="0" dirty="0">
              <a:solidFill>
                <a:srgbClr val="2C2D2E"/>
              </a:solidFill>
              <a:effectLst/>
              <a:latin typeface="Golos Text" panose="020B0503020202020204"/>
            </a:endParaRPr>
          </a:p>
          <a:p>
            <a:pPr algn="l">
              <a:buFont typeface="Arial" panose="020B0704020202020204" pitchFamily="34" charset="0"/>
              <a:buChar char="•"/>
            </a:pPr>
            <a:r>
              <a:rPr lang="ru-RU" sz="12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конец списка.</a:t>
            </a:r>
            <a:endParaRPr lang="ru-RU" sz="1200" b="0" i="0" dirty="0">
              <a:solidFill>
                <a:srgbClr val="2C2D2E"/>
              </a:solidFill>
              <a:effectLst/>
              <a:latin typeface="Golos Text" panose="020B0503020202020204"/>
            </a:endParaRPr>
          </a:p>
        </p:txBody>
      </p:sp>
      <p:sp>
        <p:nvSpPr>
          <p:cNvPr id="6" name="Текст 13"/>
          <p:cNvSpPr>
            <a:spLocks noGrp="1"/>
          </p:cNvSpPr>
          <p:nvPr>
            <p:ph type="body" sz="quarter" idx="15" hasCustomPrompt="1"/>
          </p:nvPr>
        </p:nvSpPr>
        <p:spPr>
          <a:xfrm>
            <a:off x="5000171" y="2401659"/>
            <a:ext cx="2960913" cy="595085"/>
          </a:xfrm>
        </p:spPr>
        <p:txBody>
          <a:bodyPr>
            <a:normAutofit/>
          </a:bodyPr>
          <a:lstStyle>
            <a:lvl1pPr marL="0" indent="0">
              <a:buNone/>
              <a:defRPr sz="1600" u="sng" baseline="0">
                <a:latin typeface="Golos Text DemiBold" panose="020B0703020202020204" pitchFamily="34" charset="-52"/>
              </a:defRPr>
            </a:lvl1pPr>
          </a:lstStyle>
          <a:p>
            <a:pPr lvl="0"/>
            <a:r>
              <a:rPr lang="ru-RU" dirty="0"/>
              <a:t>Подзаголовок</a:t>
            </a:r>
            <a:endParaRPr lang="ru-RU" dirty="0"/>
          </a:p>
        </p:txBody>
      </p:sp>
      <p:sp>
        <p:nvSpPr>
          <p:cNvPr id="7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824382" cy="527284"/>
          </a:xfrm>
        </p:spPr>
        <p:txBody>
          <a:bodyPr>
            <a:normAutofit/>
          </a:bodyPr>
          <a:lstStyle>
            <a:lvl1pPr>
              <a:defRPr sz="3200" baseline="0"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Custom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Рисунок 2"/>
          <p:cNvSpPr>
            <a:spLocks noGrp="1"/>
          </p:cNvSpPr>
          <p:nvPr>
            <p:ph type="pic" sz="quarter" idx="10"/>
          </p:nvPr>
        </p:nvSpPr>
        <p:spPr>
          <a:xfrm>
            <a:off x="457200" y="936852"/>
            <a:ext cx="4608513" cy="3842155"/>
          </a:xfrm>
          <a:prstGeom prst="roundRect">
            <a:avLst>
              <a:gd name="adj" fmla="val 7784"/>
            </a:avLst>
          </a:prstGeom>
        </p:spPr>
        <p:txBody>
          <a:bodyPr/>
          <a:lstStyle/>
          <a:p>
            <a:endParaRPr lang="ru-RU" dirty="0"/>
          </a:p>
        </p:txBody>
      </p:sp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291943" cy="527284"/>
          </a:xfrm>
        </p:spPr>
        <p:txBody>
          <a:bodyPr>
            <a:normAutofit/>
          </a:bodyPr>
          <a:lstStyle>
            <a:lvl1pPr>
              <a:defRPr sz="3200" baseline="0"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7" name="Текст 6"/>
          <p:cNvSpPr>
            <a:spLocks noGrp="1"/>
          </p:cNvSpPr>
          <p:nvPr>
            <p:ph type="body" sz="quarter" idx="11" hasCustomPrompt="1"/>
          </p:nvPr>
        </p:nvSpPr>
        <p:spPr>
          <a:xfrm>
            <a:off x="5508171" y="1153886"/>
            <a:ext cx="2532743" cy="3425371"/>
          </a:xfrm>
        </p:spPr>
        <p:txBody>
          <a:bodyPr>
            <a:normAutofit/>
          </a:bodyPr>
          <a:lstStyle>
            <a:lvl1pPr marL="0" indent="0">
              <a:buNone/>
              <a:defRPr sz="1200" baseline="0"/>
            </a:lvl1pPr>
            <a:lvl2pPr marL="457200" indent="0">
              <a:buNone/>
              <a:defRPr sz="1400" baseline="0"/>
            </a:lvl2pPr>
            <a:lvl3pPr marL="914400" indent="0">
              <a:buNone/>
              <a:defRPr sz="1400" baseline="0"/>
            </a:lvl3pPr>
            <a:lvl4pPr marL="1371600" indent="0">
              <a:buNone/>
              <a:defRPr sz="1400" baseline="0"/>
            </a:lvl4pPr>
            <a:lvl5pPr marL="1828800" indent="0">
              <a:buFont typeface="Arial" panose="020B0704020202020204" pitchFamily="34" charset="0"/>
              <a:buNone/>
              <a:defRPr sz="1400" baseline="0"/>
            </a:lvl5pPr>
          </a:lstStyle>
          <a:p>
            <a:r>
              <a:rPr lang="ru-RU" sz="1400" dirty="0">
                <a:latin typeface="Golos Text" panose="020B0503020202020204"/>
              </a:rPr>
              <a:t>Здесь при необходимости располагается основной текст слайда, ключевая формулировка.</a:t>
            </a:r>
            <a:endParaRPr lang="ru-RU" sz="1400" dirty="0">
              <a:latin typeface="Golos Text" panose="020B0503020202020204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Пользовательский макет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824382" cy="527284"/>
          </a:xfrm>
        </p:spPr>
        <p:txBody>
          <a:bodyPr>
            <a:normAutofit/>
          </a:bodyPr>
          <a:lstStyle>
            <a:lvl1pPr>
              <a:defRPr sz="3200" baseline="0">
                <a:solidFill>
                  <a:schemeClr val="bg1"/>
                </a:solidFill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4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457199" y="1040162"/>
            <a:ext cx="8389257" cy="3735038"/>
          </a:xfrm>
        </p:spPr>
        <p:txBody>
          <a:bodyPr>
            <a:normAutofit/>
          </a:bodyPr>
          <a:lstStyle>
            <a:lvl1pPr marL="0" indent="0">
              <a:buFont typeface="Arial" panose="020B0704020202020204" pitchFamily="34" charset="0"/>
              <a:buNone/>
              <a:defRPr sz="1800" b="0" baseline="0">
                <a:solidFill>
                  <a:schemeClr val="bg1"/>
                </a:solidFill>
              </a:defRPr>
            </a:lvl1pPr>
            <a:lvl2pPr marL="457200" indent="0">
              <a:buFont typeface="Arial" panose="020B0704020202020204" pitchFamily="34" charset="0"/>
              <a:buNone/>
              <a:defRPr sz="2400"/>
            </a:lvl2pPr>
            <a:lvl3pPr marL="914400" indent="0">
              <a:buFont typeface="Arial" panose="020B0704020202020204" pitchFamily="34" charset="0"/>
              <a:buNone/>
              <a:defRPr sz="2000"/>
            </a:lvl3pPr>
            <a:lvl4pPr marL="1371600" indent="0">
              <a:buFont typeface="Arial" panose="020B0704020202020204" pitchFamily="34" charset="0"/>
              <a:buNone/>
              <a:defRPr sz="1800"/>
            </a:lvl4pPr>
            <a:lvl5pPr marL="1828800" indent="0">
              <a:buFont typeface="Arial" panose="020B0704020202020204" pitchFamily="34" charset="0"/>
              <a:buNone/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100000"/>
              <a:buFont typeface="Arial" panose="020B0704020202020204" pitchFamily="34" charset="0"/>
              <a:buNone/>
              <a:defRPr/>
            </a:pPr>
            <a:r>
              <a:rPr lang="ru-RU" sz="2000" dirty="0">
                <a:latin typeface="Golos Text" panose="020B0503020202020204"/>
              </a:rPr>
              <a:t>Основной текст слайда, ключевая формулировка</a:t>
            </a:r>
            <a:endParaRPr lang="ru-RU" sz="2000" dirty="0">
              <a:latin typeface="Golos Text" panose="020B0503020202020204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Custom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Текст 4"/>
          <p:cNvSpPr>
            <a:spLocks noGrp="1"/>
          </p:cNvSpPr>
          <p:nvPr>
            <p:ph type="body" sz="quarter" idx="11" hasCustomPrompt="1"/>
          </p:nvPr>
        </p:nvSpPr>
        <p:spPr>
          <a:xfrm>
            <a:off x="624113" y="1233715"/>
            <a:ext cx="7170057" cy="3410856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1600" baseline="0"/>
            </a:lvl1pPr>
            <a:lvl2pPr marL="457200" indent="0">
              <a:buFontTx/>
              <a:buNone/>
              <a:defRPr sz="1600" baseline="0"/>
            </a:lvl2pPr>
            <a:lvl3pPr marL="914400" indent="0">
              <a:buFontTx/>
              <a:buNone/>
              <a:defRPr sz="1600" baseline="0"/>
            </a:lvl3pPr>
            <a:lvl4pPr marL="1371600" indent="0">
              <a:buFontTx/>
              <a:buNone/>
              <a:defRPr sz="1600" baseline="0"/>
            </a:lvl4pPr>
            <a:lvl5pPr>
              <a:buFontTx/>
              <a:buNone/>
              <a:defRPr sz="1600" baseline="0"/>
            </a:lvl5pPr>
          </a:lstStyle>
          <a:p>
            <a:r>
              <a:rPr lang="ru-RU" sz="1600" dirty="0">
                <a:latin typeface="Golos Text" panose="020B0503020202020204"/>
              </a:rPr>
              <a:t>Здесь при необходимости располагается основной текст слайда, ключевая формулировка.</a:t>
            </a:r>
            <a:endParaRPr lang="ru-RU" sz="1600" dirty="0">
              <a:latin typeface="Golos Text" panose="020B0503020202020204"/>
            </a:endParaRPr>
          </a:p>
          <a:p>
            <a:endParaRPr lang="ru-RU" sz="1600" dirty="0">
              <a:latin typeface="Golos Text" panose="020B0503020202020204"/>
            </a:endParaRPr>
          </a:p>
          <a:p>
            <a:pPr marL="0" indent="0" algn="l">
              <a:buNone/>
            </a:pPr>
            <a:r>
              <a:rPr lang="ru-RU" sz="1400" b="1" i="0" dirty="0">
                <a:solidFill>
                  <a:srgbClr val="2C2D2E"/>
                </a:solidFill>
                <a:effectLst/>
                <a:latin typeface="Golos Text" panose="020B0503020202020204"/>
              </a:rPr>
              <a:t>Начало списка:</a:t>
            </a:r>
            <a:endParaRPr lang="ru-RU" sz="1400" b="1" i="0" dirty="0">
              <a:solidFill>
                <a:srgbClr val="2C2D2E"/>
              </a:solidFill>
              <a:effectLst/>
              <a:latin typeface="Golos Text" panose="020B0503020202020204"/>
            </a:endParaRPr>
          </a:p>
          <a:p>
            <a:pPr algn="l">
              <a:buFont typeface="Arial" panose="020B0704020202020204" pitchFamily="34" charset="0"/>
              <a:buChar char="•"/>
            </a:pPr>
            <a:r>
              <a:rPr lang="ru-RU" sz="14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  <a:endParaRPr lang="ru-RU" sz="1400" b="0" i="0" dirty="0">
              <a:solidFill>
                <a:srgbClr val="2C2D2E"/>
              </a:solidFill>
              <a:effectLst/>
              <a:latin typeface="Golos Text" panose="020B0503020202020204"/>
            </a:endParaRPr>
          </a:p>
          <a:p>
            <a:pPr algn="l">
              <a:buFont typeface="Arial" panose="020B0704020202020204" pitchFamily="34" charset="0"/>
              <a:buChar char="•"/>
            </a:pPr>
            <a:r>
              <a:rPr lang="ru-RU" sz="14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  <a:endParaRPr lang="ru-RU" sz="1400" b="0" i="0" dirty="0">
              <a:solidFill>
                <a:srgbClr val="2C2D2E"/>
              </a:solidFill>
              <a:effectLst/>
              <a:latin typeface="Golos Text" panose="020B0503020202020204"/>
            </a:endParaRPr>
          </a:p>
          <a:p>
            <a:pPr algn="l">
              <a:buFont typeface="Arial" panose="020B0704020202020204" pitchFamily="34" charset="0"/>
              <a:buChar char="•"/>
            </a:pPr>
            <a:r>
              <a:rPr lang="ru-RU" sz="14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конец списка.</a:t>
            </a:r>
            <a:endParaRPr lang="ru-RU" sz="1400" b="0" i="0" dirty="0">
              <a:solidFill>
                <a:srgbClr val="2C2D2E"/>
              </a:solidFill>
              <a:effectLst/>
              <a:latin typeface="Golos Text" panose="020B0503020202020204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824382" cy="527284"/>
          </a:xfrm>
        </p:spPr>
        <p:txBody>
          <a:bodyPr>
            <a:normAutofit/>
          </a:bodyPr>
          <a:lstStyle>
            <a:lvl1pPr>
              <a:defRPr sz="3200" baseline="0">
                <a:solidFill>
                  <a:schemeClr val="bg1"/>
                </a:solidFill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Текст 7"/>
          <p:cNvSpPr>
            <a:spLocks noGrp="1"/>
          </p:cNvSpPr>
          <p:nvPr>
            <p:ph type="body" sz="quarter" idx="10" hasCustomPrompt="1"/>
          </p:nvPr>
        </p:nvSpPr>
        <p:spPr>
          <a:xfrm>
            <a:off x="507999" y="1792286"/>
            <a:ext cx="3635830" cy="1573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Font typeface="Arial" panose="020B0704020202020204" pitchFamily="34" charset="0"/>
              <a:buNone/>
              <a:defRPr/>
            </a:lvl5pPr>
          </a:lstStyle>
          <a:p>
            <a:r>
              <a:rPr lang="ru-RU" sz="1200" dirty="0">
                <a:latin typeface="Golos Text" panose="020B0503020202020204"/>
              </a:rPr>
              <a:t>Здесь при необходимости располагается основной текст слайда, ключевая формулировка.</a:t>
            </a:r>
            <a:endParaRPr lang="ru-RU" sz="1200" dirty="0">
              <a:latin typeface="Golos Text" panose="020B0503020202020204"/>
            </a:endParaRPr>
          </a:p>
        </p:txBody>
      </p:sp>
      <p:sp>
        <p:nvSpPr>
          <p:cNvPr id="16" name="Текст 13"/>
          <p:cNvSpPr>
            <a:spLocks noGrp="1"/>
          </p:cNvSpPr>
          <p:nvPr>
            <p:ph type="body" sz="quarter" idx="13" hasCustomPrompt="1"/>
          </p:nvPr>
        </p:nvSpPr>
        <p:spPr>
          <a:xfrm>
            <a:off x="507999" y="1182459"/>
            <a:ext cx="2960913" cy="595085"/>
          </a:xfrm>
        </p:spPr>
        <p:txBody>
          <a:bodyPr>
            <a:normAutofit/>
          </a:bodyPr>
          <a:lstStyle>
            <a:lvl1pPr marL="0" indent="0">
              <a:buNone/>
              <a:defRPr sz="1600" u="sng" baseline="0">
                <a:latin typeface="Golos Text DemiBold" panose="020B0703020202020204" pitchFamily="34" charset="-52"/>
              </a:defRPr>
            </a:lvl1pPr>
          </a:lstStyle>
          <a:p>
            <a:pPr lvl="0"/>
            <a:r>
              <a:rPr lang="ru-RU" dirty="0"/>
              <a:t>Подзаголовок</a:t>
            </a:r>
            <a:endParaRPr lang="ru-RU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824382" cy="527284"/>
          </a:xfrm>
        </p:spPr>
        <p:txBody>
          <a:bodyPr>
            <a:normAutofit/>
          </a:bodyPr>
          <a:lstStyle>
            <a:lvl1pPr>
              <a:defRPr sz="3200" baseline="0">
                <a:solidFill>
                  <a:schemeClr val="bg1"/>
                </a:solidFill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3" name="Текст 7"/>
          <p:cNvSpPr>
            <a:spLocks noGrp="1"/>
          </p:cNvSpPr>
          <p:nvPr>
            <p:ph type="body" sz="quarter" idx="14" hasCustomPrompt="1"/>
          </p:nvPr>
        </p:nvSpPr>
        <p:spPr>
          <a:xfrm>
            <a:off x="5000171" y="3011486"/>
            <a:ext cx="3635830" cy="1573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Font typeface="Arial" panose="020B0704020202020204" pitchFamily="34" charset="0"/>
              <a:buNone/>
              <a:defRPr/>
            </a:lvl5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100000"/>
              <a:buFont typeface="Arial" panose="020B0704020202020204" pitchFamily="34" charset="0"/>
              <a:buNone/>
              <a:defRPr/>
            </a:pPr>
            <a:r>
              <a:rPr lang="ru-RU" sz="1200" dirty="0">
                <a:latin typeface="Golos Text" panose="020B0503020202020204"/>
              </a:rPr>
              <a:t>Основной текст слайда, ключевая формулировка.</a:t>
            </a:r>
            <a:endParaRPr lang="ru-RU" sz="1200" dirty="0">
              <a:latin typeface="Golos Text" panose="020B0503020202020204"/>
            </a:endParaRPr>
          </a:p>
          <a:p>
            <a:pPr marL="0" indent="0" algn="l">
              <a:buNone/>
            </a:pPr>
            <a:endParaRPr lang="en-US" sz="1200" b="1" i="0" dirty="0">
              <a:solidFill>
                <a:srgbClr val="2C2D2E"/>
              </a:solidFill>
              <a:effectLst/>
              <a:latin typeface="Golos Text" panose="020B0503020202020204"/>
            </a:endParaRPr>
          </a:p>
          <a:p>
            <a:pPr marL="0" indent="0" algn="l">
              <a:buNone/>
            </a:pPr>
            <a:r>
              <a:rPr lang="ru-RU" sz="1200" b="1" i="0" dirty="0">
                <a:solidFill>
                  <a:srgbClr val="2C2D2E"/>
                </a:solidFill>
                <a:effectLst/>
                <a:latin typeface="Golos Text" panose="020B0503020202020204"/>
              </a:rPr>
              <a:t>Начало списка:</a:t>
            </a:r>
            <a:endParaRPr lang="ru-RU" sz="1200" b="1" i="0" dirty="0">
              <a:solidFill>
                <a:srgbClr val="2C2D2E"/>
              </a:solidFill>
              <a:effectLst/>
              <a:latin typeface="Golos Text" panose="020B0503020202020204"/>
            </a:endParaRPr>
          </a:p>
          <a:p>
            <a:pPr algn="l">
              <a:buFont typeface="Arial" panose="020B0704020202020204" pitchFamily="34" charset="0"/>
              <a:buChar char="•"/>
            </a:pPr>
            <a:r>
              <a:rPr lang="ru-RU" sz="12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  <a:endParaRPr lang="ru-RU" sz="1200" b="0" i="0" dirty="0">
              <a:solidFill>
                <a:srgbClr val="2C2D2E"/>
              </a:solidFill>
              <a:effectLst/>
              <a:latin typeface="Golos Text" panose="020B0503020202020204"/>
            </a:endParaRPr>
          </a:p>
          <a:p>
            <a:pPr algn="l">
              <a:buFont typeface="Arial" panose="020B0704020202020204" pitchFamily="34" charset="0"/>
              <a:buChar char="•"/>
            </a:pPr>
            <a:r>
              <a:rPr lang="ru-RU" sz="12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  <a:endParaRPr lang="ru-RU" sz="1200" b="0" i="0" dirty="0">
              <a:solidFill>
                <a:srgbClr val="2C2D2E"/>
              </a:solidFill>
              <a:effectLst/>
              <a:latin typeface="Golos Text" panose="020B0503020202020204"/>
            </a:endParaRPr>
          </a:p>
          <a:p>
            <a:pPr algn="l">
              <a:buFont typeface="Arial" panose="020B0704020202020204" pitchFamily="34" charset="0"/>
              <a:buChar char="•"/>
            </a:pPr>
            <a:r>
              <a:rPr lang="ru-RU" sz="12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конец списка.</a:t>
            </a:r>
            <a:endParaRPr lang="ru-RU" sz="1200" b="0" i="0" dirty="0">
              <a:solidFill>
                <a:srgbClr val="2C2D2E"/>
              </a:solidFill>
              <a:effectLst/>
              <a:latin typeface="Golos Text" panose="020B0503020202020204"/>
            </a:endParaRPr>
          </a:p>
        </p:txBody>
      </p:sp>
      <p:sp>
        <p:nvSpPr>
          <p:cNvPr id="4" name="Текст 13"/>
          <p:cNvSpPr>
            <a:spLocks noGrp="1"/>
          </p:cNvSpPr>
          <p:nvPr>
            <p:ph type="body" sz="quarter" idx="15" hasCustomPrompt="1"/>
          </p:nvPr>
        </p:nvSpPr>
        <p:spPr>
          <a:xfrm>
            <a:off x="5000171" y="2401659"/>
            <a:ext cx="2960913" cy="595085"/>
          </a:xfrm>
        </p:spPr>
        <p:txBody>
          <a:bodyPr>
            <a:normAutofit/>
          </a:bodyPr>
          <a:lstStyle>
            <a:lvl1pPr marL="0" indent="0">
              <a:buNone/>
              <a:defRPr sz="1600" u="sng" baseline="0">
                <a:latin typeface="Golos Text DemiBold" panose="020B0703020202020204" pitchFamily="34" charset="-52"/>
              </a:defRPr>
            </a:lvl1pPr>
          </a:lstStyle>
          <a:p>
            <a:pPr lvl="0"/>
            <a:r>
              <a:rPr lang="ru-RU" dirty="0"/>
              <a:t>Подзаголовок</a:t>
            </a:r>
            <a:endParaRPr lang="ru-RU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Пользовательский макет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824382" cy="527284"/>
          </a:xfrm>
        </p:spPr>
        <p:txBody>
          <a:bodyPr>
            <a:normAutofit/>
          </a:bodyPr>
          <a:lstStyle>
            <a:lvl1pPr>
              <a:defRPr sz="3200" baseline="0">
                <a:solidFill>
                  <a:schemeClr val="bg1"/>
                </a:solidFill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4" name="Рисунок 2"/>
          <p:cNvSpPr>
            <a:spLocks noGrp="1"/>
          </p:cNvSpPr>
          <p:nvPr>
            <p:ph type="pic" sz="quarter" idx="10"/>
          </p:nvPr>
        </p:nvSpPr>
        <p:spPr>
          <a:xfrm>
            <a:off x="457200" y="936852"/>
            <a:ext cx="4608513" cy="3842155"/>
          </a:xfrm>
          <a:prstGeom prst="roundRect">
            <a:avLst>
              <a:gd name="adj" fmla="val 7952"/>
            </a:avLst>
          </a:prstGeom>
        </p:spPr>
        <p:txBody>
          <a:bodyPr/>
          <a:lstStyle/>
          <a:p>
            <a:endParaRPr lang="ru-RU"/>
          </a:p>
        </p:txBody>
      </p:sp>
      <p:sp>
        <p:nvSpPr>
          <p:cNvPr id="5" name="Текст 6"/>
          <p:cNvSpPr>
            <a:spLocks noGrp="1"/>
          </p:cNvSpPr>
          <p:nvPr>
            <p:ph type="body" sz="quarter" idx="11" hasCustomPrompt="1"/>
          </p:nvPr>
        </p:nvSpPr>
        <p:spPr>
          <a:xfrm>
            <a:off x="5508171" y="1153886"/>
            <a:ext cx="2532743" cy="3425371"/>
          </a:xfrm>
        </p:spPr>
        <p:txBody>
          <a:bodyPr>
            <a:normAutofit/>
          </a:bodyPr>
          <a:lstStyle>
            <a:lvl1pPr marL="0" indent="0">
              <a:buNone/>
              <a:defRPr sz="1400" baseline="0"/>
            </a:lvl1pPr>
            <a:lvl2pPr marL="457200" indent="0">
              <a:buNone/>
              <a:defRPr sz="1400" baseline="0"/>
            </a:lvl2pPr>
            <a:lvl3pPr marL="914400" indent="0">
              <a:buNone/>
              <a:defRPr sz="1400" baseline="0"/>
            </a:lvl3pPr>
            <a:lvl4pPr marL="1371600" indent="0">
              <a:buNone/>
              <a:defRPr sz="1400" baseline="0"/>
            </a:lvl4pPr>
            <a:lvl5pPr marL="1828800" indent="0">
              <a:buFont typeface="Arial" panose="020B0704020202020204" pitchFamily="34" charset="0"/>
              <a:buNone/>
              <a:defRPr sz="1400" baseline="0"/>
            </a:lvl5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100000"/>
              <a:buFont typeface="Arial" panose="020B0704020202020204" pitchFamily="34" charset="0"/>
              <a:buNone/>
              <a:defRPr/>
            </a:pPr>
            <a:r>
              <a:rPr lang="ru-RU" sz="1400" dirty="0">
                <a:latin typeface="Golos Text" panose="020B0503020202020204"/>
              </a:rPr>
              <a:t>Основной текст слайда, ключевая формулировка.</a:t>
            </a:r>
            <a:endParaRPr lang="ru-RU" sz="1400" dirty="0">
              <a:latin typeface="Golos Text" panose="020B0503020202020204"/>
            </a:endParaRPr>
          </a:p>
          <a:p>
            <a:pPr marL="0" indent="0" algn="l">
              <a:buNone/>
            </a:pPr>
            <a:endParaRPr lang="en-US" sz="1400" b="1" i="0" dirty="0">
              <a:solidFill>
                <a:srgbClr val="2C2D2E"/>
              </a:solidFill>
              <a:effectLst/>
              <a:latin typeface="Golos Text" panose="020B0503020202020204"/>
            </a:endParaRPr>
          </a:p>
          <a:p>
            <a:pPr marL="0" indent="0" algn="l">
              <a:buNone/>
            </a:pPr>
            <a:r>
              <a:rPr lang="ru-RU" sz="1400" b="1" i="0" dirty="0">
                <a:solidFill>
                  <a:srgbClr val="2C2D2E"/>
                </a:solidFill>
                <a:effectLst/>
                <a:latin typeface="Golos Text" panose="020B0503020202020204"/>
              </a:rPr>
              <a:t>Начало списка:</a:t>
            </a:r>
            <a:endParaRPr lang="ru-RU" sz="1400" b="1" i="0" dirty="0">
              <a:solidFill>
                <a:srgbClr val="2C2D2E"/>
              </a:solidFill>
              <a:effectLst/>
              <a:latin typeface="Golos Text" panose="020B0503020202020204"/>
            </a:endParaRPr>
          </a:p>
          <a:p>
            <a:pPr algn="l">
              <a:buFont typeface="Arial" panose="020B0704020202020204" pitchFamily="34" charset="0"/>
              <a:buChar char="•"/>
            </a:pPr>
            <a:r>
              <a:rPr lang="ru-RU" sz="14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  <a:endParaRPr lang="ru-RU" sz="1400" b="0" i="0" dirty="0">
              <a:solidFill>
                <a:srgbClr val="2C2D2E"/>
              </a:solidFill>
              <a:effectLst/>
              <a:latin typeface="Golos Text" panose="020B0503020202020204"/>
            </a:endParaRPr>
          </a:p>
          <a:p>
            <a:pPr algn="l">
              <a:buFont typeface="Arial" panose="020B0704020202020204" pitchFamily="34" charset="0"/>
              <a:buChar char="•"/>
            </a:pPr>
            <a:r>
              <a:rPr lang="ru-RU" sz="14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  <a:endParaRPr lang="ru-RU" sz="1400" b="0" i="0" dirty="0">
              <a:solidFill>
                <a:srgbClr val="2C2D2E"/>
              </a:solidFill>
              <a:effectLst/>
              <a:latin typeface="Golos Text" panose="020B0503020202020204"/>
            </a:endParaRPr>
          </a:p>
          <a:p>
            <a:pPr algn="l">
              <a:buFont typeface="Arial" panose="020B0704020202020204" pitchFamily="34" charset="0"/>
              <a:buChar char="•"/>
            </a:pPr>
            <a:r>
              <a:rPr lang="ru-RU" sz="14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конец списка.</a:t>
            </a:r>
            <a:endParaRPr lang="ru-RU" sz="1400" b="0" i="0" dirty="0">
              <a:solidFill>
                <a:srgbClr val="2C2D2E"/>
              </a:solidFill>
              <a:effectLst/>
              <a:latin typeface="Golos Text" panose="020B0503020202020204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Пользовательский макет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824382" cy="527284"/>
          </a:xfrm>
        </p:spPr>
        <p:txBody>
          <a:bodyPr>
            <a:normAutofit/>
          </a:bodyPr>
          <a:lstStyle>
            <a:lvl1pPr>
              <a:defRPr sz="3200" baseline="0">
                <a:solidFill>
                  <a:schemeClr val="bg1"/>
                </a:solidFill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4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457199" y="1040162"/>
            <a:ext cx="8389257" cy="3735038"/>
          </a:xfrm>
        </p:spPr>
        <p:txBody>
          <a:bodyPr>
            <a:normAutofit/>
          </a:bodyPr>
          <a:lstStyle>
            <a:lvl1pPr marL="0" indent="0">
              <a:buFont typeface="Arial" panose="020B0704020202020204" pitchFamily="34" charset="0"/>
              <a:buNone/>
              <a:defRPr sz="1800" b="0" baseline="0">
                <a:solidFill>
                  <a:schemeClr val="bg1"/>
                </a:solidFill>
              </a:defRPr>
            </a:lvl1pPr>
            <a:lvl2pPr marL="457200" indent="0">
              <a:buFont typeface="Arial" panose="020B0704020202020204" pitchFamily="34" charset="0"/>
              <a:buNone/>
              <a:defRPr sz="2400"/>
            </a:lvl2pPr>
            <a:lvl3pPr marL="914400" indent="0">
              <a:buFont typeface="Arial" panose="020B0704020202020204" pitchFamily="34" charset="0"/>
              <a:buNone/>
              <a:defRPr sz="2000"/>
            </a:lvl3pPr>
            <a:lvl4pPr marL="1371600" indent="0">
              <a:buFont typeface="Arial" panose="020B0704020202020204" pitchFamily="34" charset="0"/>
              <a:buNone/>
              <a:defRPr sz="1800"/>
            </a:lvl4pPr>
            <a:lvl5pPr marL="1828800" indent="0">
              <a:buFont typeface="Arial" panose="020B0704020202020204" pitchFamily="34" charset="0"/>
              <a:buNone/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100000"/>
              <a:buFont typeface="Arial" panose="020B0704020202020204" pitchFamily="34" charset="0"/>
              <a:buNone/>
              <a:defRPr/>
            </a:pPr>
            <a:r>
              <a:rPr lang="ru-RU" sz="2000" dirty="0">
                <a:latin typeface="Golos Text" panose="020B0503020202020204"/>
              </a:rPr>
              <a:t>Основной текст слайда, ключевая формулировка</a:t>
            </a:r>
            <a:endParaRPr lang="ru-RU" sz="2000" dirty="0">
              <a:latin typeface="Golos Text" panose="020B0503020202020204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ustom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Текст 4"/>
          <p:cNvSpPr>
            <a:spLocks noGrp="1"/>
          </p:cNvSpPr>
          <p:nvPr>
            <p:ph type="body" sz="quarter" idx="11" hasCustomPrompt="1"/>
          </p:nvPr>
        </p:nvSpPr>
        <p:spPr>
          <a:xfrm>
            <a:off x="624113" y="1233715"/>
            <a:ext cx="7170057" cy="3410856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1600" baseline="0"/>
            </a:lvl1pPr>
            <a:lvl2pPr marL="457200" indent="0">
              <a:buFontTx/>
              <a:buNone/>
              <a:defRPr sz="1600" baseline="0"/>
            </a:lvl2pPr>
            <a:lvl3pPr marL="914400" indent="0">
              <a:buFontTx/>
              <a:buNone/>
              <a:defRPr sz="1600" baseline="0"/>
            </a:lvl3pPr>
            <a:lvl4pPr marL="1371600" indent="0">
              <a:buFontTx/>
              <a:buNone/>
              <a:defRPr sz="1600" baseline="0"/>
            </a:lvl4pPr>
            <a:lvl5pPr>
              <a:buFontTx/>
              <a:buNone/>
              <a:defRPr sz="1600" baseline="0"/>
            </a:lvl5pPr>
          </a:lstStyle>
          <a:p>
            <a:r>
              <a:rPr lang="ru-RU" sz="1600" dirty="0">
                <a:latin typeface="Golos Text" panose="020B0503020202020204"/>
              </a:rPr>
              <a:t>Здесь при необходимости располагается основной текст слайда, ключевая формулировка.</a:t>
            </a:r>
            <a:endParaRPr lang="ru-RU" sz="1600" dirty="0">
              <a:latin typeface="Golos Text" panose="020B0503020202020204"/>
            </a:endParaRPr>
          </a:p>
          <a:p>
            <a:endParaRPr lang="ru-RU" sz="1600" dirty="0">
              <a:latin typeface="Golos Text" panose="020B0503020202020204"/>
            </a:endParaRPr>
          </a:p>
          <a:p>
            <a:pPr marL="0" indent="0" algn="l">
              <a:buNone/>
            </a:pPr>
            <a:r>
              <a:rPr lang="ru-RU" sz="1400" b="1" i="0" dirty="0">
                <a:solidFill>
                  <a:srgbClr val="2C2D2E"/>
                </a:solidFill>
                <a:effectLst/>
                <a:latin typeface="Golos Text" panose="020B0503020202020204"/>
              </a:rPr>
              <a:t>Начало списка:</a:t>
            </a:r>
            <a:endParaRPr lang="ru-RU" sz="1400" b="1" i="0" dirty="0">
              <a:solidFill>
                <a:srgbClr val="2C2D2E"/>
              </a:solidFill>
              <a:effectLst/>
              <a:latin typeface="Golos Text" panose="020B0503020202020204"/>
            </a:endParaRPr>
          </a:p>
          <a:p>
            <a:pPr algn="l">
              <a:buFont typeface="Arial" panose="020B0704020202020204" pitchFamily="34" charset="0"/>
              <a:buChar char="•"/>
            </a:pPr>
            <a:r>
              <a:rPr lang="ru-RU" sz="14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  <a:endParaRPr lang="ru-RU" sz="1400" b="0" i="0" dirty="0">
              <a:solidFill>
                <a:srgbClr val="2C2D2E"/>
              </a:solidFill>
              <a:effectLst/>
              <a:latin typeface="Golos Text" panose="020B0503020202020204"/>
            </a:endParaRPr>
          </a:p>
          <a:p>
            <a:pPr algn="l">
              <a:buFont typeface="Arial" panose="020B0704020202020204" pitchFamily="34" charset="0"/>
              <a:buChar char="•"/>
            </a:pPr>
            <a:r>
              <a:rPr lang="ru-RU" sz="14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  <a:endParaRPr lang="ru-RU" sz="1400" b="0" i="0" dirty="0">
              <a:solidFill>
                <a:srgbClr val="2C2D2E"/>
              </a:solidFill>
              <a:effectLst/>
              <a:latin typeface="Golos Text" panose="020B0503020202020204"/>
            </a:endParaRPr>
          </a:p>
          <a:p>
            <a:pPr algn="l">
              <a:buFont typeface="Arial" panose="020B0704020202020204" pitchFamily="34" charset="0"/>
              <a:buChar char="•"/>
            </a:pPr>
            <a:r>
              <a:rPr lang="ru-RU" sz="14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конец списка.</a:t>
            </a:r>
            <a:endParaRPr lang="ru-RU" sz="1400" b="0" i="0" dirty="0">
              <a:solidFill>
                <a:srgbClr val="2C2D2E"/>
              </a:solidFill>
              <a:effectLst/>
              <a:latin typeface="Golos Text" panose="020B0503020202020204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824382" cy="527284"/>
          </a:xfrm>
        </p:spPr>
        <p:txBody>
          <a:bodyPr>
            <a:normAutofit/>
          </a:bodyPr>
          <a:lstStyle>
            <a:lvl1pPr>
              <a:defRPr sz="3200" baseline="0">
                <a:solidFill>
                  <a:schemeClr val="bg1"/>
                </a:solidFill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Пользовательский макет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Текст 7"/>
          <p:cNvSpPr>
            <a:spLocks noGrp="1"/>
          </p:cNvSpPr>
          <p:nvPr>
            <p:ph type="body" sz="quarter" idx="10" hasCustomPrompt="1"/>
          </p:nvPr>
        </p:nvSpPr>
        <p:spPr>
          <a:xfrm>
            <a:off x="507999" y="1792286"/>
            <a:ext cx="3635830" cy="1573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Font typeface="Arial" panose="020B0704020202020204" pitchFamily="34" charset="0"/>
              <a:buNone/>
              <a:defRPr/>
            </a:lvl5pPr>
          </a:lstStyle>
          <a:p>
            <a:r>
              <a:rPr lang="ru-RU" sz="1200" dirty="0">
                <a:latin typeface="Golos Text" panose="020B0503020202020204"/>
              </a:rPr>
              <a:t>Здесь при необходимости располагается основной текст слайда, ключевая формулировка.</a:t>
            </a:r>
            <a:endParaRPr lang="ru-RU" sz="1200" dirty="0">
              <a:latin typeface="Golos Text" panose="020B0503020202020204"/>
            </a:endParaRPr>
          </a:p>
        </p:txBody>
      </p:sp>
      <p:sp>
        <p:nvSpPr>
          <p:cNvPr id="4" name="Текст 13"/>
          <p:cNvSpPr>
            <a:spLocks noGrp="1"/>
          </p:cNvSpPr>
          <p:nvPr>
            <p:ph type="body" sz="quarter" idx="13" hasCustomPrompt="1"/>
          </p:nvPr>
        </p:nvSpPr>
        <p:spPr>
          <a:xfrm>
            <a:off x="507999" y="1182459"/>
            <a:ext cx="2960913" cy="595085"/>
          </a:xfrm>
        </p:spPr>
        <p:txBody>
          <a:bodyPr>
            <a:normAutofit/>
          </a:bodyPr>
          <a:lstStyle>
            <a:lvl1pPr marL="0" indent="0">
              <a:buNone/>
              <a:defRPr sz="1600" u="sng" baseline="0">
                <a:latin typeface="Golos Text DemiBold" panose="020B0703020202020204" pitchFamily="34" charset="-52"/>
              </a:defRPr>
            </a:lvl1pPr>
          </a:lstStyle>
          <a:p>
            <a:pPr lvl="0"/>
            <a:r>
              <a:rPr lang="ru-RU" dirty="0"/>
              <a:t>Подзаголовок</a:t>
            </a:r>
            <a:endParaRPr lang="ru-RU" dirty="0"/>
          </a:p>
        </p:txBody>
      </p:sp>
      <p:sp>
        <p:nvSpPr>
          <p:cNvPr id="5" name="Текст 7"/>
          <p:cNvSpPr>
            <a:spLocks noGrp="1"/>
          </p:cNvSpPr>
          <p:nvPr>
            <p:ph type="body" sz="quarter" idx="14" hasCustomPrompt="1"/>
          </p:nvPr>
        </p:nvSpPr>
        <p:spPr>
          <a:xfrm>
            <a:off x="5000171" y="3011486"/>
            <a:ext cx="3635830" cy="1573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Font typeface="Arial" panose="020B0704020202020204" pitchFamily="34" charset="0"/>
              <a:buNone/>
              <a:defRPr/>
            </a:lvl5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100000"/>
              <a:buFont typeface="Arial" panose="020B0704020202020204" pitchFamily="34" charset="0"/>
              <a:buNone/>
              <a:defRPr/>
            </a:pPr>
            <a:r>
              <a:rPr lang="ru-RU" sz="1200" dirty="0">
                <a:latin typeface="Golos Text" panose="020B0503020202020204"/>
              </a:rPr>
              <a:t>Основной текст слайда, ключевая формулировка.</a:t>
            </a:r>
            <a:endParaRPr lang="ru-RU" sz="1200" dirty="0">
              <a:latin typeface="Golos Text" panose="020B0503020202020204"/>
            </a:endParaRPr>
          </a:p>
          <a:p>
            <a:pPr marL="0" indent="0" algn="l">
              <a:buNone/>
            </a:pPr>
            <a:endParaRPr lang="en-US" sz="1200" b="1" i="0" dirty="0">
              <a:solidFill>
                <a:srgbClr val="2C2D2E"/>
              </a:solidFill>
              <a:effectLst/>
              <a:latin typeface="Golos Text" panose="020B0503020202020204"/>
            </a:endParaRPr>
          </a:p>
          <a:p>
            <a:pPr marL="0" indent="0" algn="l">
              <a:buNone/>
            </a:pPr>
            <a:r>
              <a:rPr lang="ru-RU" sz="1200" b="1" i="0" dirty="0">
                <a:solidFill>
                  <a:srgbClr val="2C2D2E"/>
                </a:solidFill>
                <a:effectLst/>
                <a:latin typeface="Golos Text" panose="020B0503020202020204"/>
              </a:rPr>
              <a:t>Начало списка:</a:t>
            </a:r>
            <a:endParaRPr lang="ru-RU" sz="1200" b="1" i="0" dirty="0">
              <a:solidFill>
                <a:srgbClr val="2C2D2E"/>
              </a:solidFill>
              <a:effectLst/>
              <a:latin typeface="Golos Text" panose="020B0503020202020204"/>
            </a:endParaRPr>
          </a:p>
          <a:p>
            <a:pPr algn="l">
              <a:buFont typeface="Arial" panose="020B0704020202020204" pitchFamily="34" charset="0"/>
              <a:buChar char="•"/>
            </a:pPr>
            <a:r>
              <a:rPr lang="ru-RU" sz="12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  <a:endParaRPr lang="ru-RU" sz="1200" b="0" i="0" dirty="0">
              <a:solidFill>
                <a:srgbClr val="2C2D2E"/>
              </a:solidFill>
              <a:effectLst/>
              <a:latin typeface="Golos Text" panose="020B0503020202020204"/>
            </a:endParaRPr>
          </a:p>
          <a:p>
            <a:pPr algn="l">
              <a:buFont typeface="Arial" panose="020B0704020202020204" pitchFamily="34" charset="0"/>
              <a:buChar char="•"/>
            </a:pPr>
            <a:r>
              <a:rPr lang="ru-RU" sz="12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  <a:endParaRPr lang="ru-RU" sz="1200" b="0" i="0" dirty="0">
              <a:solidFill>
                <a:srgbClr val="2C2D2E"/>
              </a:solidFill>
              <a:effectLst/>
              <a:latin typeface="Golos Text" panose="020B0503020202020204"/>
            </a:endParaRPr>
          </a:p>
          <a:p>
            <a:pPr algn="l">
              <a:buFont typeface="Arial" panose="020B0704020202020204" pitchFamily="34" charset="0"/>
              <a:buChar char="•"/>
            </a:pPr>
            <a:r>
              <a:rPr lang="ru-RU" sz="12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конец списка.</a:t>
            </a:r>
            <a:endParaRPr lang="ru-RU" sz="1200" b="0" i="0" dirty="0">
              <a:solidFill>
                <a:srgbClr val="2C2D2E"/>
              </a:solidFill>
              <a:effectLst/>
              <a:latin typeface="Golos Text" panose="020B0503020202020204"/>
            </a:endParaRPr>
          </a:p>
        </p:txBody>
      </p:sp>
      <p:sp>
        <p:nvSpPr>
          <p:cNvPr id="6" name="Текст 13"/>
          <p:cNvSpPr>
            <a:spLocks noGrp="1"/>
          </p:cNvSpPr>
          <p:nvPr>
            <p:ph type="body" sz="quarter" idx="15" hasCustomPrompt="1"/>
          </p:nvPr>
        </p:nvSpPr>
        <p:spPr>
          <a:xfrm>
            <a:off x="5000171" y="2401659"/>
            <a:ext cx="2960913" cy="595085"/>
          </a:xfrm>
        </p:spPr>
        <p:txBody>
          <a:bodyPr>
            <a:normAutofit/>
          </a:bodyPr>
          <a:lstStyle>
            <a:lvl1pPr marL="0" indent="0">
              <a:buNone/>
              <a:defRPr sz="1600" u="sng" baseline="0">
                <a:latin typeface="Golos Text DemiBold" panose="020B0703020202020204" pitchFamily="34" charset="-52"/>
              </a:defRPr>
            </a:lvl1pPr>
          </a:lstStyle>
          <a:p>
            <a:pPr lvl="0"/>
            <a:r>
              <a:rPr lang="ru-RU" dirty="0"/>
              <a:t>Подзаголовок</a:t>
            </a:r>
            <a:endParaRPr lang="ru-RU" dirty="0"/>
          </a:p>
        </p:txBody>
      </p:sp>
      <p:sp>
        <p:nvSpPr>
          <p:cNvPr id="7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824382" cy="527284"/>
          </a:xfrm>
        </p:spPr>
        <p:txBody>
          <a:bodyPr>
            <a:normAutofit/>
          </a:bodyPr>
          <a:lstStyle>
            <a:lvl1pPr>
              <a:defRPr sz="3200" baseline="0">
                <a:solidFill>
                  <a:schemeClr val="bg1"/>
                </a:solidFill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Пользовательский макет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824382" cy="527284"/>
          </a:xfrm>
        </p:spPr>
        <p:txBody>
          <a:bodyPr>
            <a:normAutofit/>
          </a:bodyPr>
          <a:lstStyle>
            <a:lvl1pPr>
              <a:defRPr sz="3200" baseline="0">
                <a:solidFill>
                  <a:schemeClr val="bg1"/>
                </a:solidFill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4" name="Рисунок 2"/>
          <p:cNvSpPr>
            <a:spLocks noGrp="1"/>
          </p:cNvSpPr>
          <p:nvPr>
            <p:ph type="pic" sz="quarter" idx="10"/>
          </p:nvPr>
        </p:nvSpPr>
        <p:spPr>
          <a:xfrm>
            <a:off x="457200" y="936852"/>
            <a:ext cx="4608513" cy="3842155"/>
          </a:xfrm>
          <a:prstGeom prst="roundRect">
            <a:avLst>
              <a:gd name="adj" fmla="val 8957"/>
            </a:avLst>
          </a:prstGeom>
        </p:spPr>
        <p:txBody>
          <a:bodyPr/>
          <a:lstStyle/>
          <a:p>
            <a:endParaRPr lang="ru-RU"/>
          </a:p>
        </p:txBody>
      </p:sp>
      <p:sp>
        <p:nvSpPr>
          <p:cNvPr id="5" name="Текст 6"/>
          <p:cNvSpPr>
            <a:spLocks noGrp="1"/>
          </p:cNvSpPr>
          <p:nvPr>
            <p:ph type="body" sz="quarter" idx="11" hasCustomPrompt="1"/>
          </p:nvPr>
        </p:nvSpPr>
        <p:spPr>
          <a:xfrm>
            <a:off x="5508171" y="1153886"/>
            <a:ext cx="2532743" cy="3425371"/>
          </a:xfrm>
        </p:spPr>
        <p:txBody>
          <a:bodyPr>
            <a:normAutofit/>
          </a:bodyPr>
          <a:lstStyle>
            <a:lvl1pPr marL="0" indent="0">
              <a:buNone/>
              <a:defRPr sz="1400" baseline="0"/>
            </a:lvl1pPr>
            <a:lvl2pPr marL="457200" indent="0">
              <a:buNone/>
              <a:defRPr sz="1400" baseline="0"/>
            </a:lvl2pPr>
            <a:lvl3pPr marL="914400" indent="0">
              <a:buNone/>
              <a:defRPr sz="1400" baseline="0"/>
            </a:lvl3pPr>
            <a:lvl4pPr marL="1371600" indent="0">
              <a:buNone/>
              <a:defRPr sz="1400" baseline="0"/>
            </a:lvl4pPr>
            <a:lvl5pPr marL="1828800" indent="0">
              <a:buFont typeface="Arial" panose="020B0704020202020204" pitchFamily="34" charset="0"/>
              <a:buNone/>
              <a:defRPr sz="1400" baseline="0"/>
            </a:lvl5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100000"/>
              <a:buFont typeface="Arial" panose="020B0704020202020204" pitchFamily="34" charset="0"/>
              <a:buNone/>
              <a:defRPr/>
            </a:pPr>
            <a:r>
              <a:rPr lang="ru-RU" sz="1400" dirty="0">
                <a:latin typeface="Golos Text" panose="020B0503020202020204"/>
              </a:rPr>
              <a:t>Основной текст слайда, ключевая формулировка.</a:t>
            </a:r>
            <a:endParaRPr lang="ru-RU" sz="1400" dirty="0">
              <a:latin typeface="Golos Text" panose="020B0503020202020204"/>
            </a:endParaRPr>
          </a:p>
          <a:p>
            <a:pPr marL="0" indent="0" algn="l">
              <a:buNone/>
            </a:pPr>
            <a:endParaRPr lang="en-US" sz="1400" b="1" i="0" dirty="0">
              <a:solidFill>
                <a:srgbClr val="2C2D2E"/>
              </a:solidFill>
              <a:effectLst/>
              <a:latin typeface="Golos Text" panose="020B0503020202020204"/>
            </a:endParaRPr>
          </a:p>
          <a:p>
            <a:pPr marL="0" indent="0" algn="l">
              <a:buNone/>
            </a:pPr>
            <a:r>
              <a:rPr lang="ru-RU" sz="1400" b="1" i="0" dirty="0">
                <a:solidFill>
                  <a:srgbClr val="2C2D2E"/>
                </a:solidFill>
                <a:effectLst/>
                <a:latin typeface="Golos Text" panose="020B0503020202020204"/>
              </a:rPr>
              <a:t>Начало списка:</a:t>
            </a:r>
            <a:endParaRPr lang="ru-RU" sz="1400" b="1" i="0" dirty="0">
              <a:solidFill>
                <a:srgbClr val="2C2D2E"/>
              </a:solidFill>
              <a:effectLst/>
              <a:latin typeface="Golos Text" panose="020B0503020202020204"/>
            </a:endParaRPr>
          </a:p>
          <a:p>
            <a:pPr algn="l">
              <a:buFont typeface="Arial" panose="020B0704020202020204" pitchFamily="34" charset="0"/>
              <a:buChar char="•"/>
            </a:pPr>
            <a:r>
              <a:rPr lang="ru-RU" sz="14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  <a:endParaRPr lang="ru-RU" sz="1400" b="0" i="0" dirty="0">
              <a:solidFill>
                <a:srgbClr val="2C2D2E"/>
              </a:solidFill>
              <a:effectLst/>
              <a:latin typeface="Golos Text" panose="020B0503020202020204"/>
            </a:endParaRPr>
          </a:p>
          <a:p>
            <a:pPr algn="l">
              <a:buFont typeface="Arial" panose="020B0704020202020204" pitchFamily="34" charset="0"/>
              <a:buChar char="•"/>
            </a:pPr>
            <a:r>
              <a:rPr lang="ru-RU" sz="14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  <a:endParaRPr lang="ru-RU" sz="1400" b="0" i="0" dirty="0">
              <a:solidFill>
                <a:srgbClr val="2C2D2E"/>
              </a:solidFill>
              <a:effectLst/>
              <a:latin typeface="Golos Text" panose="020B0503020202020204"/>
            </a:endParaRPr>
          </a:p>
          <a:p>
            <a:pPr algn="l">
              <a:buFont typeface="Arial" panose="020B0704020202020204" pitchFamily="34" charset="0"/>
              <a:buChar char="•"/>
            </a:pPr>
            <a:r>
              <a:rPr lang="ru-RU" sz="14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конец списка.</a:t>
            </a:r>
            <a:endParaRPr lang="ru-RU" sz="1400" b="0" i="0" dirty="0">
              <a:solidFill>
                <a:srgbClr val="2C2D2E"/>
              </a:solidFill>
              <a:effectLst/>
              <a:latin typeface="Golos Text" panose="020B0503020202020204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Пользовательский макет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824382" cy="527284"/>
          </a:xfrm>
        </p:spPr>
        <p:txBody>
          <a:bodyPr>
            <a:normAutofit/>
          </a:bodyPr>
          <a:lstStyle>
            <a:lvl1pPr>
              <a:defRPr sz="3200" baseline="0">
                <a:solidFill>
                  <a:schemeClr val="bg1"/>
                </a:solidFill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4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457199" y="1040162"/>
            <a:ext cx="8389257" cy="3735038"/>
          </a:xfrm>
        </p:spPr>
        <p:txBody>
          <a:bodyPr>
            <a:normAutofit/>
          </a:bodyPr>
          <a:lstStyle>
            <a:lvl1pPr marL="0" indent="0">
              <a:buFont typeface="Arial" panose="020B0704020202020204" pitchFamily="34" charset="0"/>
              <a:buNone/>
              <a:defRPr sz="1800" b="0" baseline="0">
                <a:solidFill>
                  <a:schemeClr val="bg1"/>
                </a:solidFill>
              </a:defRPr>
            </a:lvl1pPr>
            <a:lvl2pPr marL="457200" indent="0">
              <a:buFont typeface="Arial" panose="020B0704020202020204" pitchFamily="34" charset="0"/>
              <a:buNone/>
              <a:defRPr sz="2400"/>
            </a:lvl2pPr>
            <a:lvl3pPr marL="914400" indent="0">
              <a:buFont typeface="Arial" panose="020B0704020202020204" pitchFamily="34" charset="0"/>
              <a:buNone/>
              <a:defRPr sz="2000"/>
            </a:lvl3pPr>
            <a:lvl4pPr marL="1371600" indent="0">
              <a:buFont typeface="Arial" panose="020B0704020202020204" pitchFamily="34" charset="0"/>
              <a:buNone/>
              <a:defRPr sz="1800"/>
            </a:lvl4pPr>
            <a:lvl5pPr marL="1828800" indent="0">
              <a:buFont typeface="Arial" panose="020B0704020202020204" pitchFamily="34" charset="0"/>
              <a:buNone/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100000"/>
              <a:buFont typeface="Arial" panose="020B0704020202020204" pitchFamily="34" charset="0"/>
              <a:buNone/>
              <a:defRPr/>
            </a:pPr>
            <a:r>
              <a:rPr lang="ru-RU" sz="2000" dirty="0">
                <a:latin typeface="Golos Text" panose="020B0503020202020204"/>
              </a:rPr>
              <a:t>Основной текст слайда, ключевая формулировка</a:t>
            </a:r>
            <a:endParaRPr lang="ru-RU" sz="2000" dirty="0">
              <a:latin typeface="Golos Text" panose="020B0503020202020204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Финал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4"/>
          <p:cNvSpPr>
            <a:spLocks noGrp="1"/>
          </p:cNvSpPr>
          <p:nvPr>
            <p:ph type="body" sz="quarter" idx="11" hasCustomPrompt="1"/>
          </p:nvPr>
        </p:nvSpPr>
        <p:spPr>
          <a:xfrm>
            <a:off x="624113" y="1233715"/>
            <a:ext cx="7170057" cy="3410856"/>
          </a:xfrm>
        </p:spPr>
        <p:txBody>
          <a:bodyPr>
            <a:normAutofit/>
          </a:bodyPr>
          <a:lstStyle>
            <a:lvl1pPr marL="0" indent="0">
              <a:buFont typeface="Arial" panose="020B0704020202020204" pitchFamily="34" charset="0"/>
              <a:buNone/>
              <a:defRPr sz="1600" baseline="0"/>
            </a:lvl1pPr>
            <a:lvl2pPr marL="457200" indent="0">
              <a:buFontTx/>
              <a:buNone/>
              <a:defRPr sz="1600" baseline="0"/>
            </a:lvl2pPr>
            <a:lvl3pPr marL="914400" indent="0">
              <a:buFontTx/>
              <a:buNone/>
              <a:defRPr sz="1600" baseline="0"/>
            </a:lvl3pPr>
            <a:lvl4pPr marL="1371600" indent="0">
              <a:buFontTx/>
              <a:buNone/>
              <a:defRPr sz="1600" baseline="0"/>
            </a:lvl4pPr>
            <a:lvl5pPr>
              <a:buFontTx/>
              <a:buNone/>
              <a:defRPr sz="1600" baseline="0"/>
            </a:lvl5pPr>
          </a:lstStyle>
          <a:p>
            <a:r>
              <a:rPr lang="ru-RU" sz="1600" dirty="0">
                <a:latin typeface="Golos Text" panose="020B0503020202020204"/>
              </a:rPr>
              <a:t>Здесь при необходимости располагается основной текст слайда, ключевая формулировка</a:t>
            </a:r>
            <a:endParaRPr lang="ru-RU" sz="1600" dirty="0">
              <a:latin typeface="Golos Text" panose="020B0503020202020204"/>
            </a:endParaRPr>
          </a:p>
          <a:p>
            <a:endParaRPr lang="ru-RU" sz="1600" dirty="0">
              <a:latin typeface="Golos Text" panose="020B0503020202020204"/>
            </a:endParaRPr>
          </a:p>
          <a:p>
            <a:pPr marL="0" indent="0" algn="l">
              <a:buNone/>
            </a:pPr>
            <a:r>
              <a:rPr lang="ru-RU" sz="1600" b="1" i="0" dirty="0">
                <a:solidFill>
                  <a:srgbClr val="2C2D2E"/>
                </a:solidFill>
                <a:effectLst/>
                <a:latin typeface="Golos Text" panose="020B0503020202020204"/>
              </a:rPr>
              <a:t>Начало списка:</a:t>
            </a:r>
            <a:endParaRPr lang="ru-RU" sz="1600" b="1" i="0" dirty="0">
              <a:solidFill>
                <a:srgbClr val="2C2D2E"/>
              </a:solidFill>
              <a:effectLst/>
              <a:latin typeface="Golos Text" panose="020B0503020202020204"/>
            </a:endParaRPr>
          </a:p>
          <a:p>
            <a:pPr algn="l">
              <a:buFont typeface="Arial" panose="020B0704020202020204" pitchFamily="34" charset="0"/>
              <a:buChar char="•"/>
            </a:pPr>
            <a:r>
              <a:rPr lang="ru-RU" sz="16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список;</a:t>
            </a:r>
            <a:endParaRPr lang="ru-RU" sz="1600" b="0" i="0" dirty="0">
              <a:solidFill>
                <a:srgbClr val="2C2D2E"/>
              </a:solidFill>
              <a:effectLst/>
              <a:latin typeface="Golos Text" panose="020B0503020202020204"/>
            </a:endParaRPr>
          </a:p>
          <a:p>
            <a:pPr algn="l">
              <a:buFont typeface="Arial" panose="020B0704020202020204" pitchFamily="34" charset="0"/>
              <a:buChar char="•"/>
            </a:pPr>
            <a:r>
              <a:rPr lang="ru-RU" sz="16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список;</a:t>
            </a:r>
            <a:endParaRPr lang="ru-RU" sz="1600" b="0" i="0" dirty="0">
              <a:solidFill>
                <a:srgbClr val="2C2D2E"/>
              </a:solidFill>
              <a:effectLst/>
              <a:latin typeface="Golos Text" panose="020B0503020202020204"/>
            </a:endParaRPr>
          </a:p>
          <a:p>
            <a:pPr algn="l">
              <a:buFont typeface="Arial" panose="020B0704020202020204" pitchFamily="34" charset="0"/>
              <a:buChar char="•"/>
            </a:pPr>
            <a:r>
              <a:rPr lang="ru-RU" sz="16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конец списка.</a:t>
            </a:r>
            <a:endParaRPr lang="ru-RU" sz="1600" b="0" i="0" dirty="0">
              <a:solidFill>
                <a:srgbClr val="2C2D2E"/>
              </a:solidFill>
              <a:effectLst/>
              <a:latin typeface="Golos Text" panose="020B0503020202020204"/>
            </a:endParaRPr>
          </a:p>
          <a:p>
            <a:pPr lvl="0"/>
            <a:endParaRPr lang="ru-RU" dirty="0"/>
          </a:p>
          <a:p>
            <a:pPr lvl="0"/>
            <a:endParaRPr lang="ru-RU" dirty="0"/>
          </a:p>
        </p:txBody>
      </p:sp>
      <p:sp>
        <p:nvSpPr>
          <p:cNvPr id="3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824382" cy="527284"/>
          </a:xfrm>
        </p:spPr>
        <p:txBody>
          <a:bodyPr>
            <a:normAutofit/>
          </a:bodyPr>
          <a:lstStyle>
            <a:lvl1pPr>
              <a:defRPr sz="3200" baseline="0">
                <a:solidFill>
                  <a:schemeClr val="bg1"/>
                </a:solidFill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Пользовательский макет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824382" cy="527284"/>
          </a:xfrm>
        </p:spPr>
        <p:txBody>
          <a:bodyPr>
            <a:normAutofit/>
          </a:bodyPr>
          <a:lstStyle>
            <a:lvl1pPr>
              <a:defRPr sz="3200" baseline="0">
                <a:solidFill>
                  <a:schemeClr val="bg1"/>
                </a:solidFill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4" name="Текст 7"/>
          <p:cNvSpPr>
            <a:spLocks noGrp="1"/>
          </p:cNvSpPr>
          <p:nvPr>
            <p:ph type="body" sz="quarter" idx="10" hasCustomPrompt="1"/>
          </p:nvPr>
        </p:nvSpPr>
        <p:spPr>
          <a:xfrm>
            <a:off x="507999" y="1792286"/>
            <a:ext cx="3635830" cy="1573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Font typeface="Arial" panose="020B0704020202020204" pitchFamily="34" charset="0"/>
              <a:buNone/>
              <a:defRPr/>
            </a:lvl5pPr>
          </a:lstStyle>
          <a:p>
            <a:r>
              <a:rPr lang="ru-RU" sz="1200" dirty="0">
                <a:latin typeface="Golos Text" panose="020B0503020202020204"/>
              </a:rPr>
              <a:t>Здесь при необходимости располагается основной текст слайда, ключевая формулировка.</a:t>
            </a:r>
            <a:endParaRPr lang="ru-RU" sz="1200" dirty="0">
              <a:latin typeface="Golos Text" panose="020B0503020202020204"/>
            </a:endParaRPr>
          </a:p>
        </p:txBody>
      </p:sp>
      <p:sp>
        <p:nvSpPr>
          <p:cNvPr id="5" name="Текст 13"/>
          <p:cNvSpPr>
            <a:spLocks noGrp="1"/>
          </p:cNvSpPr>
          <p:nvPr>
            <p:ph type="body" sz="quarter" idx="13" hasCustomPrompt="1"/>
          </p:nvPr>
        </p:nvSpPr>
        <p:spPr>
          <a:xfrm>
            <a:off x="507999" y="1182459"/>
            <a:ext cx="2960913" cy="595085"/>
          </a:xfrm>
        </p:spPr>
        <p:txBody>
          <a:bodyPr>
            <a:normAutofit/>
          </a:bodyPr>
          <a:lstStyle>
            <a:lvl1pPr marL="0" indent="0">
              <a:buNone/>
              <a:defRPr sz="1600" u="sng" baseline="0">
                <a:latin typeface="Golos Text DemiBold" panose="020B0703020202020204" pitchFamily="34" charset="-52"/>
              </a:defRPr>
            </a:lvl1pPr>
          </a:lstStyle>
          <a:p>
            <a:pPr lvl="0"/>
            <a:r>
              <a:rPr lang="ru-RU" dirty="0"/>
              <a:t>Подзаголовок</a:t>
            </a:r>
            <a:endParaRPr lang="ru-RU" dirty="0"/>
          </a:p>
        </p:txBody>
      </p:sp>
      <p:sp>
        <p:nvSpPr>
          <p:cNvPr id="6" name="Текст 7"/>
          <p:cNvSpPr>
            <a:spLocks noGrp="1"/>
          </p:cNvSpPr>
          <p:nvPr>
            <p:ph type="body" sz="quarter" idx="14" hasCustomPrompt="1"/>
          </p:nvPr>
        </p:nvSpPr>
        <p:spPr>
          <a:xfrm>
            <a:off x="5000171" y="3011486"/>
            <a:ext cx="3635830" cy="1573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Font typeface="Arial" panose="020B0704020202020204" pitchFamily="34" charset="0"/>
              <a:buNone/>
              <a:defRPr/>
            </a:lvl5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100000"/>
              <a:buFont typeface="Arial" panose="020B0704020202020204" pitchFamily="34" charset="0"/>
              <a:buNone/>
              <a:defRPr/>
            </a:pPr>
            <a:r>
              <a:rPr lang="ru-RU" sz="1200" dirty="0">
                <a:latin typeface="Golos Text" panose="020B0503020202020204"/>
              </a:rPr>
              <a:t>Основной текст слайда, ключевая формулировка.</a:t>
            </a:r>
            <a:endParaRPr lang="ru-RU" sz="1200" dirty="0">
              <a:latin typeface="Golos Text" panose="020B0503020202020204"/>
            </a:endParaRPr>
          </a:p>
          <a:p>
            <a:pPr marL="0" indent="0" algn="l">
              <a:buNone/>
            </a:pPr>
            <a:endParaRPr lang="en-US" sz="1200" b="1" i="0" dirty="0">
              <a:solidFill>
                <a:srgbClr val="2C2D2E"/>
              </a:solidFill>
              <a:effectLst/>
              <a:latin typeface="Golos Text" panose="020B0503020202020204"/>
            </a:endParaRPr>
          </a:p>
          <a:p>
            <a:pPr marL="0" indent="0" algn="l">
              <a:buNone/>
            </a:pPr>
            <a:r>
              <a:rPr lang="ru-RU" sz="1200" b="1" i="0" dirty="0">
                <a:solidFill>
                  <a:srgbClr val="2C2D2E"/>
                </a:solidFill>
                <a:effectLst/>
                <a:latin typeface="Golos Text" panose="020B0503020202020204"/>
              </a:rPr>
              <a:t>Начало списка:</a:t>
            </a:r>
            <a:endParaRPr lang="ru-RU" sz="1200" b="1" i="0" dirty="0">
              <a:solidFill>
                <a:srgbClr val="2C2D2E"/>
              </a:solidFill>
              <a:effectLst/>
              <a:latin typeface="Golos Text" panose="020B0503020202020204"/>
            </a:endParaRPr>
          </a:p>
          <a:p>
            <a:pPr algn="l">
              <a:buFont typeface="Arial" panose="020B0704020202020204" pitchFamily="34" charset="0"/>
              <a:buChar char="•"/>
            </a:pPr>
            <a:r>
              <a:rPr lang="ru-RU" sz="12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  <a:endParaRPr lang="ru-RU" sz="1200" b="0" i="0" dirty="0">
              <a:solidFill>
                <a:srgbClr val="2C2D2E"/>
              </a:solidFill>
              <a:effectLst/>
              <a:latin typeface="Golos Text" panose="020B0503020202020204"/>
            </a:endParaRPr>
          </a:p>
          <a:p>
            <a:pPr algn="l">
              <a:buFont typeface="Arial" panose="020B0704020202020204" pitchFamily="34" charset="0"/>
              <a:buChar char="•"/>
            </a:pPr>
            <a:r>
              <a:rPr lang="ru-RU" sz="12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  <a:endParaRPr lang="ru-RU" sz="1200" b="0" i="0" dirty="0">
              <a:solidFill>
                <a:srgbClr val="2C2D2E"/>
              </a:solidFill>
              <a:effectLst/>
              <a:latin typeface="Golos Text" panose="020B0503020202020204"/>
            </a:endParaRPr>
          </a:p>
          <a:p>
            <a:pPr algn="l">
              <a:buFont typeface="Arial" panose="020B0704020202020204" pitchFamily="34" charset="0"/>
              <a:buChar char="•"/>
            </a:pPr>
            <a:r>
              <a:rPr lang="ru-RU" sz="12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конец списка.</a:t>
            </a:r>
            <a:endParaRPr lang="ru-RU" sz="1200" b="0" i="0" dirty="0">
              <a:solidFill>
                <a:srgbClr val="2C2D2E"/>
              </a:solidFill>
              <a:effectLst/>
              <a:latin typeface="Golos Text" panose="020B0503020202020204"/>
            </a:endParaRPr>
          </a:p>
        </p:txBody>
      </p:sp>
      <p:sp>
        <p:nvSpPr>
          <p:cNvPr id="7" name="Текст 13"/>
          <p:cNvSpPr>
            <a:spLocks noGrp="1"/>
          </p:cNvSpPr>
          <p:nvPr>
            <p:ph type="body" sz="quarter" idx="15" hasCustomPrompt="1"/>
          </p:nvPr>
        </p:nvSpPr>
        <p:spPr>
          <a:xfrm>
            <a:off x="5000171" y="2401659"/>
            <a:ext cx="2960913" cy="595085"/>
          </a:xfrm>
        </p:spPr>
        <p:txBody>
          <a:bodyPr>
            <a:normAutofit/>
          </a:bodyPr>
          <a:lstStyle>
            <a:lvl1pPr marL="0" indent="0">
              <a:buNone/>
              <a:defRPr sz="1600" u="sng" baseline="0">
                <a:latin typeface="Golos Text DemiBold" panose="020B0703020202020204" pitchFamily="34" charset="-52"/>
              </a:defRPr>
            </a:lvl1pPr>
          </a:lstStyle>
          <a:p>
            <a:pPr lvl="0"/>
            <a:r>
              <a:rPr lang="ru-RU" dirty="0"/>
              <a:t>Подзаголовок</a:t>
            </a:r>
            <a:endParaRPr lang="ru-RU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Пользовательский макет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Рисунок 2"/>
          <p:cNvSpPr>
            <a:spLocks noGrp="1"/>
          </p:cNvSpPr>
          <p:nvPr>
            <p:ph type="pic" sz="quarter" idx="10"/>
          </p:nvPr>
        </p:nvSpPr>
        <p:spPr>
          <a:xfrm>
            <a:off x="457200" y="936852"/>
            <a:ext cx="4608513" cy="3842155"/>
          </a:xfrm>
          <a:prstGeom prst="roundRect">
            <a:avLst>
              <a:gd name="adj" fmla="val 7617"/>
            </a:avLst>
          </a:prstGeom>
        </p:spPr>
        <p:txBody>
          <a:bodyPr/>
          <a:lstStyle/>
          <a:p>
            <a:endParaRPr lang="ru-RU" dirty="0"/>
          </a:p>
        </p:txBody>
      </p:sp>
      <p:sp>
        <p:nvSpPr>
          <p:cNvPr id="4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824382" cy="527284"/>
          </a:xfrm>
        </p:spPr>
        <p:txBody>
          <a:bodyPr>
            <a:normAutofit/>
          </a:bodyPr>
          <a:lstStyle>
            <a:lvl1pPr>
              <a:defRPr sz="3200" baseline="0">
                <a:solidFill>
                  <a:schemeClr val="bg1"/>
                </a:solidFill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5" name="Текст 6"/>
          <p:cNvSpPr>
            <a:spLocks noGrp="1"/>
          </p:cNvSpPr>
          <p:nvPr>
            <p:ph type="body" sz="quarter" idx="11" hasCustomPrompt="1"/>
          </p:nvPr>
        </p:nvSpPr>
        <p:spPr>
          <a:xfrm>
            <a:off x="5508171" y="1153886"/>
            <a:ext cx="2532743" cy="3425371"/>
          </a:xfrm>
        </p:spPr>
        <p:txBody>
          <a:bodyPr>
            <a:normAutofit/>
          </a:bodyPr>
          <a:lstStyle>
            <a:lvl1pPr marL="0" indent="0">
              <a:buNone/>
              <a:defRPr sz="1400" baseline="0"/>
            </a:lvl1pPr>
            <a:lvl2pPr marL="457200" indent="0">
              <a:buNone/>
              <a:defRPr sz="1400" baseline="0"/>
            </a:lvl2pPr>
            <a:lvl3pPr marL="914400" indent="0">
              <a:buNone/>
              <a:defRPr sz="1400" baseline="0"/>
            </a:lvl3pPr>
            <a:lvl4pPr marL="1371600" indent="0">
              <a:buNone/>
              <a:defRPr sz="1400" baseline="0"/>
            </a:lvl4pPr>
            <a:lvl5pPr marL="1828800" indent="0">
              <a:buFont typeface="Arial" panose="020B0704020202020204" pitchFamily="34" charset="0"/>
              <a:buNone/>
              <a:defRPr sz="1400" baseline="0"/>
            </a:lvl5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100000"/>
              <a:buFont typeface="Arial" panose="020B0704020202020204" pitchFamily="34" charset="0"/>
              <a:buNone/>
              <a:defRPr/>
            </a:pPr>
            <a:r>
              <a:rPr lang="ru-RU" sz="1400" dirty="0">
                <a:latin typeface="Golos Text" panose="020B0503020202020204"/>
              </a:rPr>
              <a:t>Основной текст слайда, ключевая формулировка.</a:t>
            </a:r>
            <a:endParaRPr lang="ru-RU" sz="1400" dirty="0">
              <a:latin typeface="Golos Text" panose="020B0503020202020204"/>
            </a:endParaRPr>
          </a:p>
          <a:p>
            <a:pPr marL="0" indent="0" algn="l">
              <a:buNone/>
            </a:pPr>
            <a:endParaRPr lang="en-US" sz="1400" b="1" i="0" dirty="0">
              <a:solidFill>
                <a:srgbClr val="2C2D2E"/>
              </a:solidFill>
              <a:effectLst/>
              <a:latin typeface="Golos Text" panose="020B0503020202020204"/>
            </a:endParaRPr>
          </a:p>
          <a:p>
            <a:pPr marL="0" indent="0" algn="l">
              <a:buNone/>
            </a:pPr>
            <a:r>
              <a:rPr lang="ru-RU" sz="1400" b="1" i="0" dirty="0">
                <a:solidFill>
                  <a:srgbClr val="2C2D2E"/>
                </a:solidFill>
                <a:effectLst/>
                <a:latin typeface="Golos Text" panose="020B0503020202020204"/>
              </a:rPr>
              <a:t>Начало списка:</a:t>
            </a:r>
            <a:endParaRPr lang="ru-RU" sz="1400" b="1" i="0" dirty="0">
              <a:solidFill>
                <a:srgbClr val="2C2D2E"/>
              </a:solidFill>
              <a:effectLst/>
              <a:latin typeface="Golos Text" panose="020B0503020202020204"/>
            </a:endParaRPr>
          </a:p>
          <a:p>
            <a:pPr algn="l">
              <a:buFont typeface="Arial" panose="020B0704020202020204" pitchFamily="34" charset="0"/>
              <a:buChar char="•"/>
            </a:pPr>
            <a:r>
              <a:rPr lang="ru-RU" sz="14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  <a:endParaRPr lang="ru-RU" sz="1400" b="0" i="0" dirty="0">
              <a:solidFill>
                <a:srgbClr val="2C2D2E"/>
              </a:solidFill>
              <a:effectLst/>
              <a:latin typeface="Golos Text" panose="020B0503020202020204"/>
            </a:endParaRPr>
          </a:p>
          <a:p>
            <a:pPr algn="l">
              <a:buFont typeface="Arial" panose="020B0704020202020204" pitchFamily="34" charset="0"/>
              <a:buChar char="•"/>
            </a:pPr>
            <a:r>
              <a:rPr lang="ru-RU" sz="14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  <a:endParaRPr lang="ru-RU" sz="1400" b="0" i="0" dirty="0">
              <a:solidFill>
                <a:srgbClr val="2C2D2E"/>
              </a:solidFill>
              <a:effectLst/>
              <a:latin typeface="Golos Text" panose="020B0503020202020204"/>
            </a:endParaRPr>
          </a:p>
          <a:p>
            <a:pPr algn="l">
              <a:buFont typeface="Arial" panose="020B0704020202020204" pitchFamily="34" charset="0"/>
              <a:buChar char="•"/>
            </a:pPr>
            <a:r>
              <a:rPr lang="ru-RU" sz="14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конец списка.</a:t>
            </a:r>
            <a:endParaRPr lang="ru-RU" sz="1400" b="0" i="0" dirty="0">
              <a:solidFill>
                <a:srgbClr val="2C2D2E"/>
              </a:solidFill>
              <a:effectLst/>
              <a:latin typeface="Golos Text" panose="020B0503020202020204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Custom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291943" cy="527284"/>
          </a:xfrm>
        </p:spPr>
        <p:txBody>
          <a:bodyPr>
            <a:normAutofit/>
          </a:bodyPr>
          <a:lstStyle>
            <a:lvl1pPr>
              <a:defRPr sz="3200" baseline="0"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7" name="Текст 6"/>
          <p:cNvSpPr>
            <a:spLocks noGrp="1"/>
          </p:cNvSpPr>
          <p:nvPr>
            <p:ph type="body" sz="quarter" idx="11" hasCustomPrompt="1"/>
          </p:nvPr>
        </p:nvSpPr>
        <p:spPr>
          <a:xfrm>
            <a:off x="3102428" y="943208"/>
            <a:ext cx="5526315" cy="3875536"/>
          </a:xfrm>
        </p:spPr>
        <p:txBody>
          <a:bodyPr>
            <a:normAutofit/>
          </a:bodyPr>
          <a:lstStyle>
            <a:lvl1pPr marL="0" indent="0">
              <a:buNone/>
              <a:defRPr sz="1400" baseline="0"/>
            </a:lvl1pPr>
            <a:lvl2pPr marL="457200" indent="0">
              <a:buNone/>
              <a:defRPr sz="1400" baseline="0"/>
            </a:lvl2pPr>
            <a:lvl3pPr marL="914400" indent="0">
              <a:buNone/>
              <a:defRPr sz="1400" baseline="0"/>
            </a:lvl3pPr>
            <a:lvl4pPr marL="1371600" indent="0">
              <a:buNone/>
              <a:defRPr sz="1400" baseline="0"/>
            </a:lvl4pPr>
            <a:lvl5pPr marL="1828800" indent="0">
              <a:buFont typeface="Arial" panose="020B0704020202020204" pitchFamily="34" charset="0"/>
              <a:buNone/>
              <a:defRPr sz="1400" baseline="0"/>
            </a:lvl5pPr>
          </a:lstStyle>
          <a:p>
            <a:r>
              <a:rPr lang="ru-RU" sz="1400" dirty="0">
                <a:latin typeface="Golos Text" panose="020B0503020202020204"/>
              </a:rPr>
              <a:t>Здесь при необходимости располагается основной текст слайда, ключевая формулировка.</a:t>
            </a:r>
            <a:endParaRPr lang="ru-RU" sz="1400" dirty="0">
              <a:latin typeface="Golos Text" panose="020B0503020202020204"/>
            </a:endParaRPr>
          </a:p>
        </p:txBody>
      </p:sp>
      <p:sp>
        <p:nvSpPr>
          <p:cNvPr id="6" name="Рисунок 2"/>
          <p:cNvSpPr>
            <a:spLocks noGrp="1"/>
          </p:cNvSpPr>
          <p:nvPr>
            <p:ph type="pic" sz="quarter" idx="13"/>
          </p:nvPr>
        </p:nvSpPr>
        <p:spPr>
          <a:xfrm>
            <a:off x="457200" y="943208"/>
            <a:ext cx="2532744" cy="1883023"/>
          </a:xfrm>
          <a:prstGeom prst="roundRect">
            <a:avLst>
              <a:gd name="adj" fmla="val 11537"/>
            </a:avLst>
          </a:prstGeom>
        </p:spPr>
        <p:txBody>
          <a:bodyPr/>
          <a:lstStyle/>
          <a:p>
            <a:endParaRPr lang="ru-RU" dirty="0"/>
          </a:p>
        </p:txBody>
      </p:sp>
      <p:sp>
        <p:nvSpPr>
          <p:cNvPr id="8" name="Рисунок 2"/>
          <p:cNvSpPr>
            <a:spLocks noGrp="1"/>
          </p:cNvSpPr>
          <p:nvPr>
            <p:ph type="pic" sz="quarter" idx="14"/>
          </p:nvPr>
        </p:nvSpPr>
        <p:spPr>
          <a:xfrm>
            <a:off x="457200" y="2935720"/>
            <a:ext cx="2532744" cy="1883023"/>
          </a:xfrm>
          <a:prstGeom prst="roundRect">
            <a:avLst>
              <a:gd name="adj" fmla="val 11537"/>
            </a:avLst>
          </a:prstGeom>
        </p:spPr>
        <p:txBody>
          <a:bodyPr/>
          <a:lstStyle/>
          <a:p>
            <a:endParaRPr lang="ru-RU" dirty="0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Пользовательский макет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Текст 6"/>
          <p:cNvSpPr>
            <a:spLocks noGrp="1"/>
          </p:cNvSpPr>
          <p:nvPr>
            <p:ph type="body" sz="quarter" idx="11" hasCustomPrompt="1"/>
          </p:nvPr>
        </p:nvSpPr>
        <p:spPr>
          <a:xfrm>
            <a:off x="457201" y="1059322"/>
            <a:ext cx="3897086" cy="1734678"/>
          </a:xfrm>
        </p:spPr>
        <p:txBody>
          <a:bodyPr>
            <a:normAutofit/>
          </a:bodyPr>
          <a:lstStyle>
            <a:lvl1pPr marL="0" indent="0">
              <a:buNone/>
              <a:defRPr sz="1400" baseline="0">
                <a:solidFill>
                  <a:schemeClr val="bg1"/>
                </a:solidFill>
              </a:defRPr>
            </a:lvl1pPr>
            <a:lvl2pPr marL="457200" indent="0">
              <a:buNone/>
              <a:defRPr sz="1400" baseline="0"/>
            </a:lvl2pPr>
            <a:lvl3pPr marL="914400" indent="0">
              <a:buNone/>
              <a:defRPr sz="1400" baseline="0"/>
            </a:lvl3pPr>
            <a:lvl4pPr marL="1371600" indent="0">
              <a:buNone/>
              <a:defRPr sz="1400" baseline="0"/>
            </a:lvl4pPr>
            <a:lvl5pPr marL="1828800" indent="0">
              <a:buFont typeface="Arial" panose="020B0704020202020204" pitchFamily="34" charset="0"/>
              <a:buNone/>
              <a:defRPr sz="1400" baseline="0"/>
            </a:lvl5pPr>
          </a:lstStyle>
          <a:p>
            <a:r>
              <a:rPr lang="ru-RU" sz="1400" dirty="0">
                <a:latin typeface="Golos Text" panose="020B0503020202020204"/>
              </a:rPr>
              <a:t>Основной текст слайда, ключевая формулировка.</a:t>
            </a:r>
            <a:endParaRPr lang="ru-RU" sz="1400" dirty="0">
              <a:latin typeface="Golos Text" panose="020B0503020202020204"/>
            </a:endParaRPr>
          </a:p>
        </p:txBody>
      </p:sp>
      <p:sp>
        <p:nvSpPr>
          <p:cNvPr id="4" name="Текст 6"/>
          <p:cNvSpPr>
            <a:spLocks noGrp="1"/>
          </p:cNvSpPr>
          <p:nvPr>
            <p:ph type="body" sz="quarter" idx="12" hasCustomPrompt="1"/>
          </p:nvPr>
        </p:nvSpPr>
        <p:spPr>
          <a:xfrm>
            <a:off x="457202" y="3105836"/>
            <a:ext cx="3897084" cy="1640335"/>
          </a:xfrm>
        </p:spPr>
        <p:txBody>
          <a:bodyPr>
            <a:normAutofit/>
          </a:bodyPr>
          <a:lstStyle>
            <a:lvl1pPr marL="0" indent="0">
              <a:buNone/>
              <a:defRPr sz="1400" baseline="0">
                <a:solidFill>
                  <a:schemeClr val="bg1"/>
                </a:solidFill>
              </a:defRPr>
            </a:lvl1pPr>
            <a:lvl2pPr marL="457200" indent="0">
              <a:buNone/>
              <a:defRPr sz="1400" baseline="0"/>
            </a:lvl2pPr>
            <a:lvl3pPr marL="914400" indent="0">
              <a:buNone/>
              <a:defRPr sz="1400" baseline="0"/>
            </a:lvl3pPr>
            <a:lvl4pPr marL="1371600" indent="0">
              <a:buNone/>
              <a:defRPr sz="1400" baseline="0"/>
            </a:lvl4pPr>
            <a:lvl5pPr marL="1828800" indent="0">
              <a:buFont typeface="Arial" panose="020B0704020202020204" pitchFamily="34" charset="0"/>
              <a:buNone/>
              <a:defRPr sz="1400" baseline="0"/>
            </a:lvl5pPr>
          </a:lstStyle>
          <a:p>
            <a:r>
              <a:rPr lang="ru-RU" sz="1400" dirty="0">
                <a:latin typeface="Golos Text" panose="020B0503020202020204"/>
              </a:rPr>
              <a:t>Основной текст слайда, ключевая формулировка.</a:t>
            </a:r>
            <a:endParaRPr lang="ru-RU" sz="1400" dirty="0">
              <a:latin typeface="Golos Text" panose="020B0503020202020204"/>
            </a:endParaRPr>
          </a:p>
        </p:txBody>
      </p:sp>
      <p:sp>
        <p:nvSpPr>
          <p:cNvPr id="5" name="Текст 6"/>
          <p:cNvSpPr>
            <a:spLocks noGrp="1"/>
          </p:cNvSpPr>
          <p:nvPr>
            <p:ph type="body" sz="quarter" idx="13" hasCustomPrompt="1"/>
          </p:nvPr>
        </p:nvSpPr>
        <p:spPr>
          <a:xfrm>
            <a:off x="4789714" y="1059322"/>
            <a:ext cx="3632201" cy="3686849"/>
          </a:xfrm>
        </p:spPr>
        <p:txBody>
          <a:bodyPr>
            <a:normAutofit/>
          </a:bodyPr>
          <a:lstStyle>
            <a:lvl1pPr marL="0" indent="0">
              <a:buNone/>
              <a:defRPr sz="1400" baseline="0">
                <a:solidFill>
                  <a:schemeClr val="bg1"/>
                </a:solidFill>
              </a:defRPr>
            </a:lvl1pPr>
            <a:lvl2pPr marL="457200" indent="0">
              <a:buNone/>
              <a:defRPr sz="1400" baseline="0"/>
            </a:lvl2pPr>
            <a:lvl3pPr marL="914400" indent="0">
              <a:buNone/>
              <a:defRPr sz="1400" baseline="0"/>
            </a:lvl3pPr>
            <a:lvl4pPr marL="1371600" indent="0">
              <a:buNone/>
              <a:defRPr sz="1400" baseline="0"/>
            </a:lvl4pPr>
            <a:lvl5pPr marL="1828800" indent="0">
              <a:buFont typeface="Arial" panose="020B0704020202020204" pitchFamily="34" charset="0"/>
              <a:buNone/>
              <a:defRPr sz="1400" baseline="0"/>
            </a:lvl5pPr>
          </a:lstStyle>
          <a:p>
            <a:r>
              <a:rPr lang="ru-RU" sz="1400" dirty="0">
                <a:latin typeface="Golos Text" panose="020B0503020202020204"/>
              </a:rPr>
              <a:t>Основной текст слайда, ключевая формулировка.</a:t>
            </a:r>
            <a:endParaRPr lang="ru-RU" sz="1400" dirty="0">
              <a:latin typeface="Golos Text" panose="020B0503020202020204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291943" cy="527284"/>
          </a:xfrm>
        </p:spPr>
        <p:txBody>
          <a:bodyPr>
            <a:normAutofit/>
          </a:bodyPr>
          <a:lstStyle>
            <a:lvl1pPr>
              <a:defRPr sz="3200" baseline="0"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ustom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24"/>
          <p:cNvSpPr>
            <a:spLocks noGrp="1"/>
          </p:cNvSpPr>
          <p:nvPr>
            <p:ph type="body" sz="quarter" idx="20" hasCustomPrompt="1"/>
          </p:nvPr>
        </p:nvSpPr>
        <p:spPr>
          <a:xfrm>
            <a:off x="457201" y="2933902"/>
            <a:ext cx="2589213" cy="269081"/>
          </a:xfrm>
        </p:spPr>
        <p:txBody>
          <a:bodyPr>
            <a:normAutofit/>
          </a:bodyPr>
          <a:lstStyle>
            <a:lvl1pPr marL="0" indent="0">
              <a:buFont typeface="Arial" panose="020B0704020202020204"/>
              <a:buNone/>
              <a:defRPr sz="1200" b="1" i="0" baseline="0"/>
            </a:lvl1pPr>
          </a:lstStyle>
          <a:p>
            <a:pPr lvl="0"/>
            <a:r>
              <a:rPr lang="ru-RU" dirty="0"/>
              <a:t>Подзаголовок</a:t>
            </a:r>
            <a:endParaRPr lang="ru-RU" dirty="0"/>
          </a:p>
        </p:txBody>
      </p:sp>
      <p:sp>
        <p:nvSpPr>
          <p:cNvPr id="14" name="Text Placeholder 24"/>
          <p:cNvSpPr>
            <a:spLocks noGrp="1"/>
          </p:cNvSpPr>
          <p:nvPr>
            <p:ph type="body" sz="quarter" idx="21" hasCustomPrompt="1"/>
          </p:nvPr>
        </p:nvSpPr>
        <p:spPr>
          <a:xfrm>
            <a:off x="3209454" y="2933902"/>
            <a:ext cx="2589213" cy="269081"/>
          </a:xfrm>
        </p:spPr>
        <p:txBody>
          <a:bodyPr>
            <a:normAutofit/>
          </a:bodyPr>
          <a:lstStyle>
            <a:lvl1pPr marL="0" indent="0">
              <a:buFont typeface="Arial" panose="020B0704020202020204"/>
              <a:buNone/>
              <a:defRPr sz="1200" b="1" i="0" baseline="0"/>
            </a:lvl1pPr>
          </a:lstStyle>
          <a:p>
            <a:pPr lvl="0"/>
            <a:r>
              <a:rPr lang="ru-RU" dirty="0"/>
              <a:t>Подзаголовок</a:t>
            </a:r>
            <a:endParaRPr lang="ru-RU" dirty="0"/>
          </a:p>
        </p:txBody>
      </p:sp>
      <p:sp>
        <p:nvSpPr>
          <p:cNvPr id="15" name="Text Placeholder 24"/>
          <p:cNvSpPr>
            <a:spLocks noGrp="1"/>
          </p:cNvSpPr>
          <p:nvPr>
            <p:ph type="body" sz="quarter" idx="22" hasCustomPrompt="1"/>
          </p:nvPr>
        </p:nvSpPr>
        <p:spPr>
          <a:xfrm>
            <a:off x="5969804" y="2933902"/>
            <a:ext cx="2589213" cy="269081"/>
          </a:xfrm>
        </p:spPr>
        <p:txBody>
          <a:bodyPr>
            <a:normAutofit/>
          </a:bodyPr>
          <a:lstStyle>
            <a:lvl1pPr marL="0" indent="0">
              <a:buFont typeface="Arial" panose="020B0704020202020204"/>
              <a:buNone/>
              <a:defRPr sz="1200" b="1" i="0" baseline="0"/>
            </a:lvl1pPr>
          </a:lstStyle>
          <a:p>
            <a:pPr lvl="0"/>
            <a:r>
              <a:rPr lang="ru-RU" dirty="0"/>
              <a:t>Подзаголовок</a:t>
            </a:r>
            <a:endParaRPr lang="ru-RU" dirty="0"/>
          </a:p>
        </p:txBody>
      </p:sp>
      <p:sp>
        <p:nvSpPr>
          <p:cNvPr id="19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457200" y="3287828"/>
            <a:ext cx="2588883" cy="1395548"/>
          </a:xfrm>
        </p:spPr>
        <p:txBody>
          <a:bodyPr>
            <a:normAutofit/>
          </a:bodyPr>
          <a:lstStyle>
            <a:lvl1pPr marL="0" indent="0">
              <a:buNone/>
              <a:defRPr sz="1200" baseline="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dirty="0"/>
              <a:t>Текст</a:t>
            </a:r>
            <a:endParaRPr lang="ru-RU" dirty="0"/>
          </a:p>
        </p:txBody>
      </p:sp>
      <p:sp>
        <p:nvSpPr>
          <p:cNvPr id="20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3207251" y="3299578"/>
            <a:ext cx="2591416" cy="1395548"/>
          </a:xfrm>
        </p:spPr>
        <p:txBody>
          <a:bodyPr>
            <a:noAutofit/>
          </a:bodyPr>
          <a:lstStyle>
            <a:lvl1pPr marL="0" indent="0">
              <a:buNone/>
              <a:defRPr sz="1200" baseline="0"/>
            </a:lvl1pPr>
            <a:lvl2pPr>
              <a:defRPr sz="1200" baseline="0"/>
            </a:lvl2pPr>
            <a:lvl3pPr>
              <a:defRPr sz="1200" baseline="0"/>
            </a:lvl3pPr>
            <a:lvl4pPr>
              <a:defRPr sz="1200" baseline="0"/>
            </a:lvl4pPr>
            <a:lvl5pPr>
              <a:defRPr sz="1200" baseline="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dirty="0"/>
              <a:t>Текст</a:t>
            </a:r>
            <a:endParaRPr lang="ru-RU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291943" cy="527284"/>
          </a:xfrm>
        </p:spPr>
        <p:txBody>
          <a:bodyPr>
            <a:normAutofit/>
          </a:bodyPr>
          <a:lstStyle>
            <a:lvl1pPr>
              <a:defRPr sz="3200" baseline="0"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10" name="Content Placeholder 3"/>
          <p:cNvSpPr>
            <a:spLocks noGrp="1"/>
          </p:cNvSpPr>
          <p:nvPr>
            <p:ph sz="half" idx="26" hasCustomPrompt="1"/>
          </p:nvPr>
        </p:nvSpPr>
        <p:spPr>
          <a:xfrm>
            <a:off x="5967600" y="3299578"/>
            <a:ext cx="2591416" cy="1395548"/>
          </a:xfrm>
        </p:spPr>
        <p:txBody>
          <a:bodyPr>
            <a:noAutofit/>
          </a:bodyPr>
          <a:lstStyle>
            <a:lvl1pPr marL="0" indent="0">
              <a:buNone/>
              <a:defRPr sz="1200" baseline="0"/>
            </a:lvl1pPr>
            <a:lvl2pPr>
              <a:defRPr sz="1200" baseline="0"/>
            </a:lvl2pPr>
            <a:lvl3pPr>
              <a:defRPr sz="1200" baseline="0"/>
            </a:lvl3pPr>
            <a:lvl4pPr>
              <a:defRPr sz="1200" baseline="0"/>
            </a:lvl4pPr>
            <a:lvl5pPr>
              <a:defRPr sz="1200" baseline="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dirty="0"/>
              <a:t>Текст</a:t>
            </a:r>
            <a:endParaRPr lang="ru-RU" dirty="0"/>
          </a:p>
        </p:txBody>
      </p:sp>
      <p:sp>
        <p:nvSpPr>
          <p:cNvPr id="11" name="Рисунок 2"/>
          <p:cNvSpPr>
            <a:spLocks noGrp="1"/>
          </p:cNvSpPr>
          <p:nvPr>
            <p:ph type="pic" sz="quarter" idx="13"/>
          </p:nvPr>
        </p:nvSpPr>
        <p:spPr>
          <a:xfrm>
            <a:off x="469081" y="944463"/>
            <a:ext cx="2577001" cy="1883023"/>
          </a:xfrm>
          <a:prstGeom prst="roundRect">
            <a:avLst>
              <a:gd name="adj" fmla="val 11537"/>
            </a:avLst>
          </a:prstGeom>
        </p:spPr>
        <p:txBody>
          <a:bodyPr/>
          <a:lstStyle/>
          <a:p>
            <a:endParaRPr lang="ru-RU" dirty="0"/>
          </a:p>
        </p:txBody>
      </p:sp>
      <p:sp>
        <p:nvSpPr>
          <p:cNvPr id="12" name="Рисунок 2"/>
          <p:cNvSpPr>
            <a:spLocks noGrp="1"/>
          </p:cNvSpPr>
          <p:nvPr>
            <p:ph type="pic" sz="quarter" idx="27"/>
          </p:nvPr>
        </p:nvSpPr>
        <p:spPr>
          <a:xfrm>
            <a:off x="3221666" y="944462"/>
            <a:ext cx="2577001" cy="1883023"/>
          </a:xfrm>
          <a:prstGeom prst="roundRect">
            <a:avLst>
              <a:gd name="adj" fmla="val 12905"/>
            </a:avLst>
          </a:prstGeom>
        </p:spPr>
        <p:txBody>
          <a:bodyPr/>
          <a:lstStyle/>
          <a:p>
            <a:endParaRPr lang="ru-RU" dirty="0"/>
          </a:p>
        </p:txBody>
      </p:sp>
      <p:sp>
        <p:nvSpPr>
          <p:cNvPr id="16" name="Рисунок 2"/>
          <p:cNvSpPr>
            <a:spLocks noGrp="1"/>
          </p:cNvSpPr>
          <p:nvPr>
            <p:ph type="pic" sz="quarter" idx="28"/>
          </p:nvPr>
        </p:nvSpPr>
        <p:spPr>
          <a:xfrm>
            <a:off x="5980690" y="944463"/>
            <a:ext cx="2577001" cy="1883023"/>
          </a:xfrm>
          <a:prstGeom prst="roundRect">
            <a:avLst>
              <a:gd name="adj" fmla="val 10512"/>
            </a:avLst>
          </a:prstGeom>
        </p:spPr>
        <p:txBody>
          <a:bodyPr/>
          <a:lstStyle/>
          <a:p>
            <a:endParaRPr lang="ru-RU" dirty="0"/>
          </a:p>
        </p:txBody>
      </p:sp>
    </p:spTree>
  </p:cSld>
  <p:clrMapOvr>
    <a:masterClrMapping/>
  </p:clrMapOvr>
  <p:hf sldNum="0" hdr="0" dt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Custom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291943" cy="527284"/>
          </a:xfrm>
        </p:spPr>
        <p:txBody>
          <a:bodyPr>
            <a:normAutofit/>
          </a:bodyPr>
          <a:lstStyle>
            <a:lvl1pPr>
              <a:defRPr sz="3200" baseline="0"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7" name="Текст 6"/>
          <p:cNvSpPr>
            <a:spLocks noGrp="1"/>
          </p:cNvSpPr>
          <p:nvPr>
            <p:ph type="body" sz="quarter" idx="11" hasCustomPrompt="1"/>
          </p:nvPr>
        </p:nvSpPr>
        <p:spPr>
          <a:xfrm>
            <a:off x="5733143" y="949330"/>
            <a:ext cx="2895600" cy="3895724"/>
          </a:xfrm>
        </p:spPr>
        <p:txBody>
          <a:bodyPr>
            <a:normAutofit/>
          </a:bodyPr>
          <a:lstStyle>
            <a:lvl1pPr marL="0" indent="0">
              <a:buNone/>
              <a:defRPr sz="1400" b="0" i="0" baseline="0"/>
            </a:lvl1pPr>
            <a:lvl2pPr marL="457200" indent="0">
              <a:buNone/>
              <a:defRPr sz="1400" baseline="0"/>
            </a:lvl2pPr>
            <a:lvl3pPr marL="914400" indent="0">
              <a:buNone/>
              <a:defRPr sz="1400" baseline="0"/>
            </a:lvl3pPr>
            <a:lvl4pPr marL="1371600" indent="0">
              <a:buNone/>
              <a:defRPr sz="1400" baseline="0"/>
            </a:lvl4pPr>
            <a:lvl5pPr marL="1828800" indent="0">
              <a:buFont typeface="Arial" panose="020B0704020202020204" pitchFamily="34" charset="0"/>
              <a:buNone/>
              <a:defRPr sz="1400" baseline="0"/>
            </a:lvl5pPr>
          </a:lstStyle>
          <a:p>
            <a:pPr lvl="0"/>
            <a:r>
              <a:rPr lang="ru-RU" dirty="0"/>
              <a:t>Текст</a:t>
            </a:r>
            <a:endParaRPr lang="ru-RU" dirty="0"/>
          </a:p>
        </p:txBody>
      </p:sp>
      <p:sp>
        <p:nvSpPr>
          <p:cNvPr id="4" name="Рисунок 2"/>
          <p:cNvSpPr>
            <a:spLocks noGrp="1"/>
          </p:cNvSpPr>
          <p:nvPr>
            <p:ph type="pic" sz="quarter" idx="13"/>
          </p:nvPr>
        </p:nvSpPr>
        <p:spPr>
          <a:xfrm>
            <a:off x="457200" y="949329"/>
            <a:ext cx="2532744" cy="1883023"/>
          </a:xfrm>
          <a:prstGeom prst="roundRect">
            <a:avLst>
              <a:gd name="adj" fmla="val 11537"/>
            </a:avLst>
          </a:prstGeom>
        </p:spPr>
        <p:txBody>
          <a:bodyPr/>
          <a:lstStyle/>
          <a:p>
            <a:endParaRPr lang="ru-RU" dirty="0"/>
          </a:p>
        </p:txBody>
      </p:sp>
      <p:sp>
        <p:nvSpPr>
          <p:cNvPr id="8" name="Рисунок 2"/>
          <p:cNvSpPr>
            <a:spLocks noGrp="1"/>
          </p:cNvSpPr>
          <p:nvPr>
            <p:ph type="pic" sz="quarter" idx="16"/>
          </p:nvPr>
        </p:nvSpPr>
        <p:spPr>
          <a:xfrm>
            <a:off x="3095171" y="949328"/>
            <a:ext cx="2532744" cy="1883023"/>
          </a:xfrm>
          <a:prstGeom prst="roundRect">
            <a:avLst>
              <a:gd name="adj" fmla="val 11879"/>
            </a:avLst>
          </a:prstGeom>
        </p:spPr>
        <p:txBody>
          <a:bodyPr/>
          <a:lstStyle/>
          <a:p>
            <a:endParaRPr lang="ru-RU" dirty="0"/>
          </a:p>
        </p:txBody>
      </p:sp>
      <p:sp>
        <p:nvSpPr>
          <p:cNvPr id="10" name="Рисунок 2"/>
          <p:cNvSpPr>
            <a:spLocks noGrp="1"/>
          </p:cNvSpPr>
          <p:nvPr>
            <p:ph type="pic" sz="quarter" idx="17"/>
          </p:nvPr>
        </p:nvSpPr>
        <p:spPr>
          <a:xfrm>
            <a:off x="3095171" y="2962031"/>
            <a:ext cx="2532744" cy="1883023"/>
          </a:xfrm>
          <a:prstGeom prst="roundRect">
            <a:avLst>
              <a:gd name="adj" fmla="val 11537"/>
            </a:avLst>
          </a:prstGeom>
        </p:spPr>
        <p:txBody>
          <a:bodyPr/>
          <a:lstStyle/>
          <a:p>
            <a:endParaRPr lang="ru-RU" dirty="0"/>
          </a:p>
        </p:txBody>
      </p:sp>
      <p:sp>
        <p:nvSpPr>
          <p:cNvPr id="11" name="Рисунок 2"/>
          <p:cNvSpPr>
            <a:spLocks noGrp="1"/>
          </p:cNvSpPr>
          <p:nvPr>
            <p:ph type="pic" sz="quarter" idx="18"/>
          </p:nvPr>
        </p:nvSpPr>
        <p:spPr>
          <a:xfrm>
            <a:off x="457199" y="2962031"/>
            <a:ext cx="2532744" cy="1883023"/>
          </a:xfrm>
          <a:prstGeom prst="roundRect">
            <a:avLst>
              <a:gd name="adj" fmla="val 11537"/>
            </a:avLst>
          </a:prstGeom>
        </p:spPr>
        <p:txBody>
          <a:bodyPr/>
          <a:lstStyle/>
          <a:p>
            <a:endParaRPr lang="ru-RU" dirty="0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Custom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291943" cy="527284"/>
          </a:xfrm>
        </p:spPr>
        <p:txBody>
          <a:bodyPr>
            <a:normAutofit/>
          </a:bodyPr>
          <a:lstStyle>
            <a:lvl1pPr>
              <a:defRPr sz="3200" baseline="0"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4" name="Текст 6"/>
          <p:cNvSpPr>
            <a:spLocks noGrp="1"/>
          </p:cNvSpPr>
          <p:nvPr>
            <p:ph type="body" sz="quarter" idx="13" hasCustomPrompt="1"/>
          </p:nvPr>
        </p:nvSpPr>
        <p:spPr>
          <a:xfrm>
            <a:off x="457201" y="963397"/>
            <a:ext cx="2532744" cy="1883023"/>
          </a:xfrm>
        </p:spPr>
        <p:txBody>
          <a:bodyPr>
            <a:normAutofit/>
          </a:bodyPr>
          <a:lstStyle>
            <a:lvl1pPr marL="0" indent="0">
              <a:buNone/>
              <a:defRPr sz="1800" b="1" i="0" baseline="0"/>
            </a:lvl1pPr>
            <a:lvl2pPr marL="457200" indent="0">
              <a:buNone/>
              <a:defRPr sz="1400" baseline="0"/>
            </a:lvl2pPr>
            <a:lvl3pPr marL="914400" indent="0">
              <a:buNone/>
              <a:defRPr sz="1400" baseline="0"/>
            </a:lvl3pPr>
            <a:lvl4pPr marL="1371600" indent="0">
              <a:buNone/>
              <a:defRPr sz="1400" baseline="0"/>
            </a:lvl4pPr>
            <a:lvl5pPr marL="1828800" indent="0">
              <a:buFont typeface="Arial" panose="020B0704020202020204" pitchFamily="34" charset="0"/>
              <a:buNone/>
              <a:defRPr sz="1400" baseline="0"/>
            </a:lvl5pPr>
          </a:lstStyle>
          <a:p>
            <a:pPr lvl="0"/>
            <a:r>
              <a:rPr lang="ru-RU" dirty="0"/>
              <a:t>Ключевая фраза слайда</a:t>
            </a:r>
            <a:endParaRPr lang="ru-RU" dirty="0"/>
          </a:p>
        </p:txBody>
      </p:sp>
      <p:sp>
        <p:nvSpPr>
          <p:cNvPr id="7" name="Рисунок 2"/>
          <p:cNvSpPr>
            <a:spLocks noGrp="1"/>
          </p:cNvSpPr>
          <p:nvPr>
            <p:ph type="pic" sz="quarter" idx="17"/>
          </p:nvPr>
        </p:nvSpPr>
        <p:spPr>
          <a:xfrm>
            <a:off x="3095171" y="963397"/>
            <a:ext cx="2532744" cy="1883023"/>
          </a:xfrm>
          <a:prstGeom prst="roundRect">
            <a:avLst>
              <a:gd name="adj" fmla="val 11537"/>
            </a:avLst>
          </a:prstGeom>
        </p:spPr>
        <p:txBody>
          <a:bodyPr/>
          <a:lstStyle/>
          <a:p>
            <a:endParaRPr lang="ru-RU" dirty="0"/>
          </a:p>
        </p:txBody>
      </p:sp>
      <p:sp>
        <p:nvSpPr>
          <p:cNvPr id="10" name="Рисунок 2"/>
          <p:cNvSpPr>
            <a:spLocks noGrp="1"/>
          </p:cNvSpPr>
          <p:nvPr>
            <p:ph type="pic" sz="quarter" idx="18"/>
          </p:nvPr>
        </p:nvSpPr>
        <p:spPr>
          <a:xfrm>
            <a:off x="5733141" y="966928"/>
            <a:ext cx="2532744" cy="1883023"/>
          </a:xfrm>
          <a:prstGeom prst="roundRect">
            <a:avLst>
              <a:gd name="adj" fmla="val 11196"/>
            </a:avLst>
          </a:prstGeom>
        </p:spPr>
        <p:txBody>
          <a:bodyPr/>
          <a:lstStyle/>
          <a:p>
            <a:endParaRPr lang="ru-RU" dirty="0"/>
          </a:p>
        </p:txBody>
      </p:sp>
      <p:sp>
        <p:nvSpPr>
          <p:cNvPr id="11" name="Рисунок 2"/>
          <p:cNvSpPr>
            <a:spLocks noGrp="1"/>
          </p:cNvSpPr>
          <p:nvPr>
            <p:ph type="pic" sz="quarter" idx="19"/>
          </p:nvPr>
        </p:nvSpPr>
        <p:spPr>
          <a:xfrm>
            <a:off x="5733141" y="2954042"/>
            <a:ext cx="2532744" cy="1883023"/>
          </a:xfrm>
          <a:prstGeom prst="roundRect">
            <a:avLst>
              <a:gd name="adj" fmla="val 8802"/>
            </a:avLst>
          </a:prstGeom>
        </p:spPr>
        <p:txBody>
          <a:bodyPr/>
          <a:lstStyle/>
          <a:p>
            <a:endParaRPr lang="ru-RU" dirty="0"/>
          </a:p>
        </p:txBody>
      </p:sp>
      <p:sp>
        <p:nvSpPr>
          <p:cNvPr id="12" name="Рисунок 2"/>
          <p:cNvSpPr>
            <a:spLocks noGrp="1"/>
          </p:cNvSpPr>
          <p:nvPr>
            <p:ph type="pic" sz="quarter" idx="20"/>
          </p:nvPr>
        </p:nvSpPr>
        <p:spPr>
          <a:xfrm>
            <a:off x="3095171" y="2960314"/>
            <a:ext cx="2532744" cy="1883023"/>
          </a:xfrm>
          <a:prstGeom prst="roundRect">
            <a:avLst>
              <a:gd name="adj" fmla="val 8459"/>
            </a:avLst>
          </a:prstGeom>
        </p:spPr>
        <p:txBody>
          <a:bodyPr/>
          <a:lstStyle/>
          <a:p>
            <a:endParaRPr lang="ru-RU" dirty="0"/>
          </a:p>
        </p:txBody>
      </p:sp>
      <p:sp>
        <p:nvSpPr>
          <p:cNvPr id="13" name="Рисунок 2"/>
          <p:cNvSpPr>
            <a:spLocks noGrp="1"/>
          </p:cNvSpPr>
          <p:nvPr>
            <p:ph type="pic" sz="quarter" idx="21"/>
          </p:nvPr>
        </p:nvSpPr>
        <p:spPr>
          <a:xfrm>
            <a:off x="457200" y="2960314"/>
            <a:ext cx="2532744" cy="1883023"/>
          </a:xfrm>
          <a:prstGeom prst="roundRect">
            <a:avLst>
              <a:gd name="adj" fmla="val 10169"/>
            </a:avLst>
          </a:prstGeom>
        </p:spPr>
        <p:txBody>
          <a:bodyPr/>
          <a:lstStyle/>
          <a:p>
            <a:endParaRPr lang="ru-RU" dirty="0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Custom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 Placeholder 24"/>
          <p:cNvSpPr>
            <a:spLocks noGrp="1"/>
          </p:cNvSpPr>
          <p:nvPr>
            <p:ph type="body" sz="quarter" idx="20" hasCustomPrompt="1"/>
          </p:nvPr>
        </p:nvSpPr>
        <p:spPr>
          <a:xfrm>
            <a:off x="457201" y="2367645"/>
            <a:ext cx="2589213" cy="269081"/>
          </a:xfrm>
        </p:spPr>
        <p:txBody>
          <a:bodyPr>
            <a:normAutofit/>
          </a:bodyPr>
          <a:lstStyle>
            <a:lvl1pPr marL="0" indent="0">
              <a:buFont typeface="Arial" panose="020B0704020202020204"/>
              <a:buNone/>
              <a:defRPr sz="1200" b="1" i="0" baseline="0"/>
            </a:lvl1pPr>
          </a:lstStyle>
          <a:p>
            <a:pPr lvl="0"/>
            <a:r>
              <a:rPr lang="ru-RU" dirty="0"/>
              <a:t>Подзаголовок</a:t>
            </a:r>
            <a:endParaRPr lang="ru-RU" dirty="0"/>
          </a:p>
        </p:txBody>
      </p:sp>
      <p:sp>
        <p:nvSpPr>
          <p:cNvPr id="26" name="Text Placeholder 24"/>
          <p:cNvSpPr>
            <a:spLocks noGrp="1"/>
          </p:cNvSpPr>
          <p:nvPr>
            <p:ph type="body" sz="quarter" idx="21" hasCustomPrompt="1"/>
          </p:nvPr>
        </p:nvSpPr>
        <p:spPr>
          <a:xfrm>
            <a:off x="3275819" y="2367645"/>
            <a:ext cx="2589213" cy="269081"/>
          </a:xfrm>
        </p:spPr>
        <p:txBody>
          <a:bodyPr>
            <a:normAutofit/>
          </a:bodyPr>
          <a:lstStyle>
            <a:lvl1pPr marL="0" indent="0">
              <a:buFont typeface="Arial" panose="020B0704020202020204"/>
              <a:buNone/>
              <a:defRPr sz="1200" b="1" i="0" baseline="0"/>
            </a:lvl1pPr>
          </a:lstStyle>
          <a:p>
            <a:pPr lvl="0"/>
            <a:r>
              <a:rPr lang="ru-RU" dirty="0"/>
              <a:t>Подзаголовок</a:t>
            </a:r>
            <a:endParaRPr lang="ru-RU" dirty="0"/>
          </a:p>
        </p:txBody>
      </p:sp>
      <p:sp>
        <p:nvSpPr>
          <p:cNvPr id="27" name="Text Placeholder 24"/>
          <p:cNvSpPr>
            <a:spLocks noGrp="1"/>
          </p:cNvSpPr>
          <p:nvPr>
            <p:ph type="body" sz="quarter" idx="22" hasCustomPrompt="1"/>
          </p:nvPr>
        </p:nvSpPr>
        <p:spPr>
          <a:xfrm>
            <a:off x="6085706" y="2367645"/>
            <a:ext cx="2589213" cy="269081"/>
          </a:xfrm>
        </p:spPr>
        <p:txBody>
          <a:bodyPr>
            <a:normAutofit/>
          </a:bodyPr>
          <a:lstStyle>
            <a:lvl1pPr marL="0" indent="0">
              <a:buFont typeface="Arial" panose="020B0704020202020204"/>
              <a:buNone/>
              <a:defRPr sz="1200" b="1" i="0" baseline="0"/>
            </a:lvl1pPr>
          </a:lstStyle>
          <a:p>
            <a:pPr lvl="0"/>
            <a:r>
              <a:rPr lang="ru-RU" dirty="0"/>
              <a:t>Подзаголовок</a:t>
            </a:r>
            <a:endParaRPr lang="ru-RU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291943" cy="527284"/>
          </a:xfrm>
        </p:spPr>
        <p:txBody>
          <a:bodyPr>
            <a:normAutofit/>
          </a:bodyPr>
          <a:lstStyle>
            <a:lvl1pPr>
              <a:defRPr sz="3200" baseline="0"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11" name="Рисунок 2"/>
          <p:cNvSpPr>
            <a:spLocks noGrp="1"/>
          </p:cNvSpPr>
          <p:nvPr>
            <p:ph type="pic" sz="quarter" idx="31" hasCustomPrompt="1"/>
          </p:nvPr>
        </p:nvSpPr>
        <p:spPr>
          <a:xfrm>
            <a:off x="454050" y="952607"/>
            <a:ext cx="2589213" cy="1304294"/>
          </a:xfrm>
          <a:prstGeom prst="roundRect">
            <a:avLst>
              <a:gd name="adj" fmla="val 9261"/>
            </a:avLst>
          </a:prstGeom>
        </p:spPr>
        <p:txBody>
          <a:bodyPr/>
          <a:lstStyle>
            <a:lvl1pPr>
              <a:defRPr/>
            </a:lvl1pPr>
          </a:lstStyle>
          <a:p>
            <a:r>
              <a:rPr lang="ru-RU" dirty="0"/>
              <a:t>Изображение</a:t>
            </a:r>
            <a:endParaRPr lang="ru-RU" dirty="0"/>
          </a:p>
        </p:txBody>
      </p:sp>
      <p:sp>
        <p:nvSpPr>
          <p:cNvPr id="12" name="Рисунок 2"/>
          <p:cNvSpPr>
            <a:spLocks noGrp="1"/>
          </p:cNvSpPr>
          <p:nvPr>
            <p:ph type="pic" sz="quarter" idx="32" hasCustomPrompt="1"/>
          </p:nvPr>
        </p:nvSpPr>
        <p:spPr>
          <a:xfrm>
            <a:off x="3275818" y="952607"/>
            <a:ext cx="2589213" cy="1304294"/>
          </a:xfrm>
          <a:prstGeom prst="roundRect">
            <a:avLst>
              <a:gd name="adj" fmla="val 11730"/>
            </a:avLst>
          </a:prstGeom>
        </p:spPr>
        <p:txBody>
          <a:bodyPr/>
          <a:lstStyle>
            <a:lvl1pPr>
              <a:defRPr/>
            </a:lvl1pPr>
          </a:lstStyle>
          <a:p>
            <a:r>
              <a:rPr lang="ru-RU" dirty="0"/>
              <a:t>Изображение</a:t>
            </a:r>
            <a:endParaRPr lang="ru-RU" dirty="0"/>
          </a:p>
        </p:txBody>
      </p:sp>
      <p:sp>
        <p:nvSpPr>
          <p:cNvPr id="13" name="Рисунок 2"/>
          <p:cNvSpPr>
            <a:spLocks noGrp="1"/>
          </p:cNvSpPr>
          <p:nvPr>
            <p:ph type="pic" sz="quarter" idx="33" hasCustomPrompt="1"/>
          </p:nvPr>
        </p:nvSpPr>
        <p:spPr>
          <a:xfrm>
            <a:off x="6089789" y="952607"/>
            <a:ext cx="2589213" cy="1304294"/>
          </a:xfrm>
          <a:prstGeom prst="roundRect">
            <a:avLst>
              <a:gd name="adj" fmla="val 10249"/>
            </a:avLst>
          </a:prstGeom>
        </p:spPr>
        <p:txBody>
          <a:bodyPr/>
          <a:lstStyle>
            <a:lvl1pPr>
              <a:defRPr/>
            </a:lvl1pPr>
          </a:lstStyle>
          <a:p>
            <a:r>
              <a:rPr lang="ru-RU" dirty="0"/>
              <a:t>Изображение</a:t>
            </a:r>
            <a:endParaRPr lang="ru-RU" dirty="0"/>
          </a:p>
        </p:txBody>
      </p:sp>
      <p:sp>
        <p:nvSpPr>
          <p:cNvPr id="14" name="Text Placeholder 24"/>
          <p:cNvSpPr>
            <a:spLocks noGrp="1"/>
          </p:cNvSpPr>
          <p:nvPr>
            <p:ph type="body" sz="quarter" idx="34" hasCustomPrompt="1"/>
          </p:nvPr>
        </p:nvSpPr>
        <p:spPr>
          <a:xfrm>
            <a:off x="460352" y="4281396"/>
            <a:ext cx="2589213" cy="269081"/>
          </a:xfrm>
        </p:spPr>
        <p:txBody>
          <a:bodyPr>
            <a:normAutofit/>
          </a:bodyPr>
          <a:lstStyle>
            <a:lvl1pPr marL="0" indent="0">
              <a:buFont typeface="Arial" panose="020B0704020202020204"/>
              <a:buNone/>
              <a:defRPr sz="1200" b="1" i="0" baseline="0"/>
            </a:lvl1pPr>
          </a:lstStyle>
          <a:p>
            <a:pPr lvl="0"/>
            <a:r>
              <a:rPr lang="ru-RU" dirty="0"/>
              <a:t>Подзаголовок</a:t>
            </a:r>
            <a:endParaRPr lang="ru-RU" dirty="0"/>
          </a:p>
        </p:txBody>
      </p:sp>
      <p:sp>
        <p:nvSpPr>
          <p:cNvPr id="15" name="Text Placeholder 24"/>
          <p:cNvSpPr>
            <a:spLocks noGrp="1"/>
          </p:cNvSpPr>
          <p:nvPr>
            <p:ph type="body" sz="quarter" idx="35" hasCustomPrompt="1"/>
          </p:nvPr>
        </p:nvSpPr>
        <p:spPr>
          <a:xfrm>
            <a:off x="3278970" y="4281396"/>
            <a:ext cx="2589213" cy="269081"/>
          </a:xfrm>
        </p:spPr>
        <p:txBody>
          <a:bodyPr>
            <a:normAutofit/>
          </a:bodyPr>
          <a:lstStyle>
            <a:lvl1pPr marL="0" indent="0">
              <a:buFont typeface="Arial" panose="020B0704020202020204"/>
              <a:buNone/>
              <a:defRPr sz="1200" b="1" i="0" baseline="0"/>
            </a:lvl1pPr>
          </a:lstStyle>
          <a:p>
            <a:pPr lvl="0"/>
            <a:r>
              <a:rPr lang="ru-RU" dirty="0"/>
              <a:t>Подзаголовок</a:t>
            </a:r>
            <a:endParaRPr lang="ru-RU" dirty="0"/>
          </a:p>
        </p:txBody>
      </p:sp>
      <p:sp>
        <p:nvSpPr>
          <p:cNvPr id="17" name="Text Placeholder 24"/>
          <p:cNvSpPr>
            <a:spLocks noGrp="1"/>
          </p:cNvSpPr>
          <p:nvPr>
            <p:ph type="body" sz="quarter" idx="36" hasCustomPrompt="1"/>
          </p:nvPr>
        </p:nvSpPr>
        <p:spPr>
          <a:xfrm>
            <a:off x="6088857" y="4281396"/>
            <a:ext cx="2589213" cy="269081"/>
          </a:xfrm>
        </p:spPr>
        <p:txBody>
          <a:bodyPr>
            <a:normAutofit/>
          </a:bodyPr>
          <a:lstStyle>
            <a:lvl1pPr marL="0" indent="0">
              <a:buFont typeface="Arial" panose="020B0704020202020204"/>
              <a:buNone/>
              <a:defRPr sz="1200" b="1" i="0" baseline="0"/>
            </a:lvl1pPr>
          </a:lstStyle>
          <a:p>
            <a:pPr lvl="0"/>
            <a:r>
              <a:rPr lang="ru-RU" dirty="0"/>
              <a:t>Подзаголовок</a:t>
            </a:r>
            <a:endParaRPr lang="ru-RU" dirty="0"/>
          </a:p>
        </p:txBody>
      </p:sp>
      <p:sp>
        <p:nvSpPr>
          <p:cNvPr id="23" name="Рисунок 2"/>
          <p:cNvSpPr>
            <a:spLocks noGrp="1"/>
          </p:cNvSpPr>
          <p:nvPr>
            <p:ph type="pic" sz="quarter" idx="37" hasCustomPrompt="1"/>
          </p:nvPr>
        </p:nvSpPr>
        <p:spPr>
          <a:xfrm>
            <a:off x="457201" y="2866358"/>
            <a:ext cx="2589213" cy="1304294"/>
          </a:xfrm>
          <a:prstGeom prst="roundRect">
            <a:avLst>
              <a:gd name="adj" fmla="val 12224"/>
            </a:avLst>
          </a:prstGeom>
        </p:spPr>
        <p:txBody>
          <a:bodyPr/>
          <a:lstStyle>
            <a:lvl1pPr>
              <a:defRPr/>
            </a:lvl1pPr>
          </a:lstStyle>
          <a:p>
            <a:r>
              <a:rPr lang="ru-RU" dirty="0"/>
              <a:t>Изображение</a:t>
            </a:r>
            <a:endParaRPr lang="ru-RU" dirty="0"/>
          </a:p>
        </p:txBody>
      </p:sp>
      <p:sp>
        <p:nvSpPr>
          <p:cNvPr id="24" name="Рисунок 2"/>
          <p:cNvSpPr>
            <a:spLocks noGrp="1"/>
          </p:cNvSpPr>
          <p:nvPr>
            <p:ph type="pic" sz="quarter" idx="38" hasCustomPrompt="1"/>
          </p:nvPr>
        </p:nvSpPr>
        <p:spPr>
          <a:xfrm>
            <a:off x="3278969" y="2866358"/>
            <a:ext cx="2589213" cy="1304294"/>
          </a:xfrm>
          <a:prstGeom prst="roundRect">
            <a:avLst>
              <a:gd name="adj" fmla="val 11236"/>
            </a:avLst>
          </a:prstGeom>
        </p:spPr>
        <p:txBody>
          <a:bodyPr/>
          <a:lstStyle>
            <a:lvl1pPr>
              <a:defRPr/>
            </a:lvl1pPr>
          </a:lstStyle>
          <a:p>
            <a:r>
              <a:rPr lang="ru-RU" dirty="0"/>
              <a:t>Изображение</a:t>
            </a:r>
            <a:endParaRPr lang="ru-RU" dirty="0"/>
          </a:p>
        </p:txBody>
      </p:sp>
      <p:sp>
        <p:nvSpPr>
          <p:cNvPr id="31" name="Рисунок 2"/>
          <p:cNvSpPr>
            <a:spLocks noGrp="1"/>
          </p:cNvSpPr>
          <p:nvPr>
            <p:ph type="pic" sz="quarter" idx="39" hasCustomPrompt="1"/>
          </p:nvPr>
        </p:nvSpPr>
        <p:spPr>
          <a:xfrm>
            <a:off x="6092940" y="2866358"/>
            <a:ext cx="2589213" cy="1304294"/>
          </a:xfrm>
          <a:prstGeom prst="roundRect">
            <a:avLst>
              <a:gd name="adj" fmla="val 9755"/>
            </a:avLst>
          </a:prstGeom>
        </p:spPr>
        <p:txBody>
          <a:bodyPr/>
          <a:lstStyle>
            <a:lvl1pPr>
              <a:defRPr/>
            </a:lvl1pPr>
          </a:lstStyle>
          <a:p>
            <a:r>
              <a:rPr lang="ru-RU" dirty="0"/>
              <a:t>Изображение</a:t>
            </a:r>
            <a:endParaRPr lang="ru-RU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3" Type="http://schemas.openxmlformats.org/officeDocument/2006/relationships/theme" Target="../theme/theme1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0" Type="http://schemas.openxmlformats.org/officeDocument/2006/relationships/slideLayout" Target="../slideLayouts/slideLayout20.xml"/><Relationship Id="rId2" Type="http://schemas.openxmlformats.org/officeDocument/2006/relationships/slideLayout" Target="../slideLayouts/slideLayout2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306434"/>
            <a:ext cx="8229600" cy="6204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21912"/>
            <a:ext cx="8229600" cy="28996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dirty="0"/>
              <a:t>Образец текста</a:t>
            </a:r>
            <a:endParaRPr lang="ru-RU" dirty="0"/>
          </a:p>
        </p:txBody>
      </p:sp>
      <p:sp>
        <p:nvSpPr>
          <p:cNvPr id="4" name="TextBox 3"/>
          <p:cNvSpPr txBox="1"/>
          <p:nvPr/>
        </p:nvSpPr>
        <p:spPr>
          <a:xfrm>
            <a:off x="-865051" y="413412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/>
          </a:p>
        </p:txBody>
      </p:sp>
      <p:sp>
        <p:nvSpPr>
          <p:cNvPr id="5" name="TextBox 4"/>
          <p:cNvSpPr txBox="1"/>
          <p:nvPr userDrawn="1"/>
        </p:nvSpPr>
        <p:spPr>
          <a:xfrm>
            <a:off x="-865051" y="413412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</p:sldLayoutIdLst>
  <p:hf sldNum="0" hdr="0" dt="0"/>
  <p:txStyles>
    <p:titleStyle>
      <a:lvl1pPr algn="l" defTabSz="457200" rtl="0" eaLnBrk="1" latinLnBrk="0" hangingPunct="1">
        <a:spcBef>
          <a:spcPct val="0"/>
        </a:spcBef>
        <a:buNone/>
        <a:defRPr sz="3600" b="1" i="0" kern="1200" baseline="0">
          <a:solidFill>
            <a:schemeClr val="tx1"/>
          </a:solidFill>
          <a:latin typeface="ALS Gorizont Bold Expanded" panose="00000805000000000000" pitchFamily="50" charset="0"/>
          <a:ea typeface="+mj-ea"/>
          <a:cs typeface="+mj-cs"/>
        </a:defRPr>
      </a:lvl1pPr>
    </p:titleStyle>
    <p:bodyStyle>
      <a:lvl1pPr marL="0" indent="0" algn="l" defTabSz="457200" rtl="0" eaLnBrk="1" latinLnBrk="0" hangingPunct="1">
        <a:spcBef>
          <a:spcPct val="20000"/>
        </a:spcBef>
        <a:buSzPct val="100000"/>
        <a:buFont typeface="Arial" panose="020B0704020202020204" pitchFamily="34" charset="0"/>
        <a:buNone/>
        <a:defRPr sz="2000" kern="1200">
          <a:solidFill>
            <a:schemeClr val="tx1"/>
          </a:solidFill>
          <a:latin typeface="Golos Text" panose="020B0503020202020204" pitchFamily="34" charset="-52"/>
          <a:ea typeface="+mn-ea"/>
          <a:cs typeface="Golos Text" panose="020B0503020202020204" pitchFamily="34" charset="-52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704020202020204" pitchFamily="34" charset="0"/>
        <a:buChar char="•"/>
        <a:defRPr sz="2000" kern="1200">
          <a:solidFill>
            <a:schemeClr val="tx1"/>
          </a:solidFill>
          <a:latin typeface="Golos Text" panose="020B0503020202020204" pitchFamily="34" charset="-52"/>
          <a:ea typeface="+mn-ea"/>
          <a:cs typeface="Golos Text" panose="020B0503020202020204" pitchFamily="34" charset="-52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704020202020204" pitchFamily="34" charset="0"/>
        <a:buChar char="•"/>
        <a:defRPr sz="1600" kern="1200">
          <a:solidFill>
            <a:schemeClr val="tx1"/>
          </a:solidFill>
          <a:latin typeface="Golos Text" panose="020B0503020202020204" pitchFamily="34" charset="-52"/>
          <a:ea typeface="+mn-ea"/>
          <a:cs typeface="Golos Text" panose="020B0503020202020204" pitchFamily="34" charset="-52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704020202020204" pitchFamily="34" charset="0"/>
        <a:buChar char="•"/>
        <a:defRPr sz="1600" kern="1200">
          <a:solidFill>
            <a:schemeClr val="tx1"/>
          </a:solidFill>
          <a:latin typeface="Golos Text" panose="020B0503020202020204" pitchFamily="34" charset="-52"/>
          <a:ea typeface="+mn-ea"/>
          <a:cs typeface="Golos Text" panose="020B0503020202020204" pitchFamily="34" charset="-52"/>
        </a:defRPr>
      </a:lvl4pPr>
      <a:lvl5pPr marL="1828800" indent="0" algn="l" defTabSz="457200" rtl="0" eaLnBrk="1" latinLnBrk="0" hangingPunct="1">
        <a:spcBef>
          <a:spcPct val="20000"/>
        </a:spcBef>
        <a:buFont typeface="Arial" panose="020B0704020202020204" pitchFamily="34" charset="0"/>
        <a:buNone/>
        <a:defRPr sz="1600" kern="1200">
          <a:solidFill>
            <a:schemeClr val="tx1"/>
          </a:solidFill>
          <a:latin typeface="Golos Text" panose="020B0503020202020204" pitchFamily="34" charset="-52"/>
          <a:ea typeface="+mn-ea"/>
          <a:cs typeface="Golos Text" panose="020B0503020202020204" pitchFamily="34" charset="-52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7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7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7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7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9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0.xml"/><Relationship Id="rId1" Type="http://schemas.openxmlformats.org/officeDocument/2006/relationships/image" Target="../media/image20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1.png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8.xml"/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image" Target="../media/image22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27.png"/><Relationship Id="rId1" Type="http://schemas.openxmlformats.org/officeDocument/2006/relationships/image" Target="../media/image26.tiff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7.xml"/><Relationship Id="rId2" Type="http://schemas.openxmlformats.org/officeDocument/2006/relationships/image" Target="../media/image28.png"/><Relationship Id="rId1" Type="http://schemas.openxmlformats.org/officeDocument/2006/relationships/image" Target="../media/image26.tiff"/></Relationships>
</file>

<file path=ppt/slides/_rels/slide9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9.xml"/><Relationship Id="rId4" Type="http://schemas.openxmlformats.org/officeDocument/2006/relationships/image" Target="../media/image31.png"/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image" Target="../media/image26.tiff"/></Relationships>
</file>

<file path=ppt/slides/_rels/slide10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1.xml"/><Relationship Id="rId4" Type="http://schemas.openxmlformats.org/officeDocument/2006/relationships/image" Target="../media/image34.png"/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image" Target="../media/image26.tiff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2.xml"/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image" Target="../media/image26.tiff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4.xml"/><Relationship Id="rId1" Type="http://schemas.openxmlformats.org/officeDocument/2006/relationships/image" Target="../media/image37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1371600" y="2442525"/>
            <a:ext cx="6400800" cy="704850"/>
          </a:xfrm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 panose="020B0704020202020204"/>
              </a:rPr>
              <a:t>Особенности проектирования
хладоцентра для центра обработки данных</a:t>
            </a:r>
            <a:endParaRPr lang="en-US" sz="4400" dirty="0">
              <a:solidFill>
                <a:schemeClr val="bg1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463040" y="3401568"/>
            <a:ext cx="6217920" cy="7498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  <a:latin typeface="Arial" panose="020B0704020202020204"/>
              </a:rPr>
              <a:t>Терновой Радослав Руславнович
Руководитель: Цветков В.А., к.т.н., доцент
Университет ИТМО, 2026</a:t>
            </a:r>
            <a:endParaRPr sz="1300" b="0">
              <a:solidFill>
                <a:srgbClr val="FFFFFF"/>
              </a:solidFill>
              <a:latin typeface="Arial" panose="020B0704020202020204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Текст 4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Заголовок 3"/>
          <p:cNvSpPr>
            <a:spLocks noGrp="1"/>
          </p:cNvSpPr>
          <p:nvPr>
            <p:ph type="title"/>
          </p:nvPr>
        </p:nvSpPr>
        <p:spPr/>
        <p:txBody>
          <a:bodyPr wrap="square" lIns="0" tIns="0" rIns="0" bIns="0" anchor="ctr">
            <a:normAutofit fontScale="90000"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Arial" panose="020B0704020202020204"/>
              </a:rPr>
              <a:t>Актуальность: охлаждение — главный резерв снижения PUE и OPEX</a:t>
            </a:r>
            <a:endParaRPr lang="ru-RU"/>
          </a:p>
        </p:txBody>
      </p:sp>
      <p:pic>
        <p:nvPicPr>
          <p:cNvPr id="6" name="Picture 5" descr="s02_machin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4113" y="1233715"/>
            <a:ext cx="7170057" cy="341085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28032"/>
            <a:ext cx="4389120" cy="1645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700" b="0">
                <a:solidFill>
                  <a:srgbClr val="FFFFFF"/>
                </a:solidFill>
                <a:latin typeface="Arial" panose="020B0704020202020204"/>
              </a:rPr>
              <a:t>ВКР Терновой Р.Р. | Университет ИТМО | 02/12</a:t>
            </a:r>
            <a:endParaRPr sz="700" b="0">
              <a:solidFill>
                <a:srgbClr val="FFFFFF"/>
              </a:solidFill>
              <a:latin typeface="Arial" panose="020B0704020202020204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Рисунок 2"/>
          <p:cNvSpPr>
            <a:spLocks noGrp="1"/>
          </p:cNvSpPr>
          <p:nvPr>
            <p:ph type="pic" sz="quarter" idx="10"/>
          </p:nvPr>
        </p:nvSpPr>
        <p:spPr/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 wrap="square" lIns="0" tIns="0" rIns="0" bIns="0" anchor="ctr">
            <a:normAutofit fontScale="90000"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Arial" panose="020B0704020202020204"/>
              </a:rPr>
              <a:t>Цель и задачи исследования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TextBox 6"/>
          <p:cNvSpPr txBox="1"/>
          <p:nvPr/>
        </p:nvSpPr>
        <p:spPr>
          <a:xfrm>
            <a:off x="457200" y="4828032"/>
            <a:ext cx="4389120" cy="1645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700" b="0">
                <a:solidFill>
                  <a:srgbClr val="FFFFFF"/>
                </a:solidFill>
                <a:latin typeface="Arial" panose="020B0704020202020204"/>
              </a:rPr>
              <a:t>ВКР Терновой Р.Р. | Университет ИТМО | 03/12</a:t>
            </a:r>
            <a:endParaRPr sz="700" b="0">
              <a:solidFill>
                <a:srgbClr val="FFFFFF"/>
              </a:solidFill>
              <a:latin typeface="Arial" panose="020B0704020202020204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457200" y="932688"/>
            <a:ext cx="4608576" cy="3840480"/>
          </a:xfrm>
          <a:prstGeom prst="roundRect">
            <a:avLst/>
          </a:prstGeom>
          <a:solidFill>
            <a:srgbClr val="F7F5FB"/>
          </a:solidFill>
          <a:ln w="17780">
            <a:solidFill>
              <a:srgbClr val="5B2D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1465961"/>
            <a:ext cx="4279392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3800" b="1">
                <a:solidFill>
                  <a:srgbClr val="5B2D82"/>
                </a:solidFill>
                <a:latin typeface="Arial" panose="020B0704020202020204"/>
              </a:rPr>
              <a:t>1 200 кВт</a:t>
            </a:r>
            <a:endParaRPr sz="3800" b="1">
              <a:solidFill>
                <a:srgbClr val="5B2D82"/>
              </a:solidFill>
              <a:latin typeface="Arial" panose="020B07040202020202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85800" y="2002663"/>
            <a:ext cx="4279392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21152F"/>
                </a:solidFill>
                <a:latin typeface="Arial" panose="020B0704020202020204"/>
              </a:rPr>
              <a:t>Цель</a:t>
            </a:r>
            <a:endParaRPr sz="2400" b="1">
              <a:solidFill>
                <a:srgbClr val="21152F"/>
              </a:solidFill>
              <a:latin typeface="Arial" panose="020B0704020202020204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85800" y="1728216"/>
            <a:ext cx="4224528" cy="2971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0">
                <a:solidFill>
                  <a:srgbClr val="5D5870"/>
                </a:solidFill>
                <a:latin typeface="Arial" panose="020B0704020202020204"/>
              </a:rPr>
              <a:t>обосновать проектные решения хладоцентра ЦОД с минимизацией энергопотребления за счет гибридной схемы и фрикулинга</a:t>
            </a:r>
            <a:endParaRPr sz="1900" b="0">
              <a:solidFill>
                <a:srgbClr val="5D5870"/>
              </a:solidFill>
              <a:latin typeface="Arial" panose="020B0704020202020204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5478145" y="1186815"/>
            <a:ext cx="2537460" cy="878840"/>
          </a:xfrm>
          <a:prstGeom prst="roundRect">
            <a:avLst/>
          </a:prstGeom>
          <a:solidFill>
            <a:srgbClr val="F7F5FB"/>
          </a:solidFill>
          <a:ln w="15240">
            <a:solidFill>
              <a:srgbClr val="5B2D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5650865" y="1458468"/>
            <a:ext cx="237744" cy="237744"/>
          </a:xfrm>
          <a:prstGeom prst="ellipse">
            <a:avLst/>
          </a:prstGeom>
          <a:solidFill>
            <a:srgbClr val="5B2D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50865" y="1466088"/>
            <a:ext cx="237744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Arial" panose="020B0704020202020204"/>
              </a:rPr>
              <a:t>1</a:t>
            </a:r>
            <a:endParaRPr sz="800" b="1">
              <a:solidFill>
                <a:srgbClr val="FFFFFF"/>
              </a:solidFill>
              <a:latin typeface="Arial" panose="020B0704020202020204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236208" y="1355217"/>
            <a:ext cx="1536192" cy="1920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1152F"/>
                </a:solidFill>
                <a:latin typeface="Arial" panose="020B0704020202020204"/>
              </a:rPr>
              <a:t>Анализ</a:t>
            </a:r>
            <a:endParaRPr sz="1300" b="1">
              <a:solidFill>
                <a:srgbClr val="21152F"/>
              </a:solidFill>
              <a:latin typeface="Arial" panose="020B0704020202020204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6180963" y="1649095"/>
            <a:ext cx="1536192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30" b="0">
                <a:solidFill>
                  <a:srgbClr val="5D5870"/>
                </a:solidFill>
                <a:latin typeface="Arial" panose="020B0704020202020204"/>
              </a:rPr>
              <a:t>современные схемы охлаждения ЦОД</a:t>
            </a:r>
            <a:endParaRPr sz="930" b="0">
              <a:solidFill>
                <a:srgbClr val="5D5870"/>
              </a:solidFill>
              <a:latin typeface="Arial" panose="020B0704020202020204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5513070" y="2157730"/>
            <a:ext cx="2491105" cy="694690"/>
          </a:xfrm>
          <a:prstGeom prst="roundRect">
            <a:avLst/>
          </a:prstGeom>
          <a:solidFill>
            <a:srgbClr val="F7F5FB"/>
          </a:solidFill>
          <a:ln w="15240">
            <a:solidFill>
              <a:srgbClr val="00AE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706110" y="2360041"/>
            <a:ext cx="237744" cy="237744"/>
          </a:xfrm>
          <a:prstGeom prst="ellipse">
            <a:avLst/>
          </a:prstGeom>
          <a:solidFill>
            <a:srgbClr val="00A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706110" y="2350516"/>
            <a:ext cx="237744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Arial" panose="020B0704020202020204"/>
              </a:rPr>
              <a:t>2</a:t>
            </a:r>
            <a:endParaRPr sz="800" b="1">
              <a:solidFill>
                <a:srgbClr val="FFFFFF"/>
              </a:solidFill>
              <a:latin typeface="Arial" panose="020B0704020202020204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6236208" y="2199640"/>
            <a:ext cx="1536192" cy="1920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1152F"/>
                </a:solidFill>
                <a:latin typeface="Arial" panose="020B0704020202020204"/>
              </a:rPr>
              <a:t>Климат</a:t>
            </a:r>
            <a:endParaRPr sz="1300" b="1">
              <a:solidFill>
                <a:srgbClr val="21152F"/>
              </a:solidFill>
              <a:latin typeface="Arial" panose="020B0704020202020204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6180963" y="2525268"/>
            <a:ext cx="1536192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30" b="0">
                <a:solidFill>
                  <a:srgbClr val="5D5870"/>
                </a:solidFill>
                <a:latin typeface="Arial" panose="020B0704020202020204"/>
              </a:rPr>
              <a:t>потенциал фрикулинга Санкт-Петербурга</a:t>
            </a:r>
            <a:endParaRPr sz="930" b="0">
              <a:solidFill>
                <a:srgbClr val="5D5870"/>
              </a:solidFill>
              <a:latin typeface="Arial" panose="020B0704020202020204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5501005" y="2999105"/>
            <a:ext cx="2514600" cy="694690"/>
          </a:xfrm>
          <a:prstGeom prst="roundRect">
            <a:avLst>
              <a:gd name="adj" fmla="val 10038"/>
            </a:avLst>
          </a:prstGeom>
          <a:solidFill>
            <a:srgbClr val="F7F5FB"/>
          </a:solidFill>
          <a:ln w="15240">
            <a:solidFill>
              <a:srgbClr val="00A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706110" y="3235578"/>
            <a:ext cx="237744" cy="237744"/>
          </a:xfrm>
          <a:prstGeom prst="ellipse">
            <a:avLst/>
          </a:prstGeom>
          <a:solidFill>
            <a:srgbClr val="00A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706110" y="3235578"/>
            <a:ext cx="237744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Arial" panose="020B0704020202020204"/>
              </a:rPr>
              <a:t>3</a:t>
            </a:r>
            <a:endParaRPr sz="800" b="1">
              <a:solidFill>
                <a:srgbClr val="FFFFFF"/>
              </a:solidFill>
              <a:latin typeface="Arial" panose="020B0704020202020204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6236208" y="3105023"/>
            <a:ext cx="1536192" cy="1920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1152F"/>
                </a:solidFill>
                <a:latin typeface="Arial" panose="020B0704020202020204"/>
              </a:rPr>
              <a:t>Методика</a:t>
            </a:r>
            <a:endParaRPr sz="1300" b="1">
              <a:solidFill>
                <a:srgbClr val="21152F"/>
              </a:solidFill>
              <a:latin typeface="Arial" panose="020B0704020202020204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6180963" y="3401440"/>
            <a:ext cx="1536192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30" b="0">
                <a:solidFill>
                  <a:srgbClr val="5D5870"/>
                </a:solidFill>
                <a:latin typeface="Arial" panose="020B0704020202020204"/>
              </a:rPr>
              <a:t>подбор оборудования и расчет PUE</a:t>
            </a:r>
            <a:endParaRPr sz="930" b="0">
              <a:solidFill>
                <a:srgbClr val="5D5870"/>
              </a:solidFill>
              <a:latin typeface="Arial" panose="020B0704020202020204"/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5501005" y="3840480"/>
            <a:ext cx="2527935" cy="702945"/>
          </a:xfrm>
          <a:prstGeom prst="roundRect">
            <a:avLst/>
          </a:prstGeom>
          <a:solidFill>
            <a:srgbClr val="F7F5FB"/>
          </a:solidFill>
          <a:ln w="15240">
            <a:solidFill>
              <a:srgbClr val="FF7A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5706110" y="4059047"/>
            <a:ext cx="237744" cy="237744"/>
          </a:xfrm>
          <a:prstGeom prst="ellipse">
            <a:avLst/>
          </a:prstGeom>
          <a:solidFill>
            <a:srgbClr val="FF7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706110" y="4067937"/>
            <a:ext cx="237744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Arial" panose="020B0704020202020204"/>
              </a:rPr>
              <a:t>4</a:t>
            </a:r>
            <a:endParaRPr sz="800" b="1">
              <a:solidFill>
                <a:srgbClr val="FFFFFF"/>
              </a:solidFill>
              <a:latin typeface="Arial" panose="020B0704020202020204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6236208" y="3959606"/>
            <a:ext cx="1536192" cy="1920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1152F"/>
                </a:solidFill>
                <a:latin typeface="Arial" panose="020B0704020202020204"/>
              </a:rPr>
              <a:t>ТЭО</a:t>
            </a:r>
            <a:endParaRPr sz="1300" b="1">
              <a:solidFill>
                <a:srgbClr val="21152F"/>
              </a:solidFill>
              <a:latin typeface="Arial" panose="020B0704020202020204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6180963" y="4251579"/>
            <a:ext cx="1536192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30" b="0">
                <a:solidFill>
                  <a:srgbClr val="5D5870"/>
                </a:solidFill>
                <a:latin typeface="Arial" panose="020B0704020202020204"/>
              </a:rPr>
              <a:t>CAPEX, OPEX, окупаемость и NPV</a:t>
            </a:r>
            <a:endParaRPr sz="930" b="0">
              <a:solidFill>
                <a:srgbClr val="5D5870"/>
              </a:solidFill>
              <a:latin typeface="Arial" panose="020B0704020202020204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Заголовок 3"/>
          <p:cNvSpPr>
            <a:spLocks noGrp="1"/>
          </p:cNvSpPr>
          <p:nvPr>
            <p:ph type="title"/>
          </p:nvPr>
        </p:nvSpPr>
        <p:spPr/>
        <p:txBody>
          <a:bodyPr wrap="square" lIns="0" tIns="0" rIns="0" bIns="0" anchor="ctr">
            <a:normAutofit fontScale="90000"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Arial" panose="020B0704020202020204"/>
              </a:rPr>
              <a:t>Объект, предмет и научная новизна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Текст 5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9" name="Picture 8" descr="s04_pulkovo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63770" y="3011170"/>
            <a:ext cx="4081145" cy="1809115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4828032"/>
            <a:ext cx="4389120" cy="1645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700" b="0">
                <a:solidFill>
                  <a:srgbClr val="FFFFFF"/>
                </a:solidFill>
                <a:latin typeface="Arial" panose="020B0704020202020204"/>
              </a:rPr>
              <a:t>ВКР Терновой Р.Р. | Университет ИТМО | 04/12</a:t>
            </a:r>
            <a:endParaRPr sz="700" b="0">
              <a:solidFill>
                <a:srgbClr val="FFFFFF"/>
              </a:solidFill>
              <a:latin typeface="Arial" panose="020B0704020202020204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512064" y="1792224"/>
            <a:ext cx="3639312" cy="1572768"/>
          </a:xfrm>
          <a:prstGeom prst="roundRect">
            <a:avLst/>
          </a:prstGeom>
          <a:solidFill>
            <a:srgbClr val="F7F5FB"/>
          </a:solidFill>
          <a:ln w="17780">
            <a:solidFill>
              <a:srgbClr val="5B2D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12064" y="1792224"/>
            <a:ext cx="91440" cy="1572768"/>
          </a:xfrm>
          <a:prstGeom prst="rect">
            <a:avLst/>
          </a:prstGeom>
          <a:solidFill>
            <a:srgbClr val="5B2D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0664" y="1901952"/>
            <a:ext cx="3310128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21152F"/>
                </a:solidFill>
                <a:latin typeface="Arial" panose="020B0704020202020204"/>
              </a:rPr>
              <a:t>Объект и предмет</a:t>
            </a:r>
            <a:endParaRPr sz="1500" b="1">
              <a:solidFill>
                <a:srgbClr val="21152F"/>
              </a:solidFill>
              <a:latin typeface="Arial" panose="020B0704020202020204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740664" y="2194560"/>
            <a:ext cx="3255264" cy="109727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5D5870"/>
                </a:solidFill>
                <a:latin typeface="Arial" panose="020B0704020202020204"/>
              </a:rPr>
              <a:t>система холодоснабжения ЦОД; процессы теплообмена, энергоэффективность и режимы работы оборудования хладоцентра</a:t>
            </a:r>
            <a:endParaRPr sz="1050" b="0">
              <a:solidFill>
                <a:srgbClr val="5D5870"/>
              </a:solidFill>
              <a:latin typeface="Arial" panose="020B0704020202020204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512064" y="1014984"/>
            <a:ext cx="3621024" cy="758952"/>
          </a:xfrm>
          <a:prstGeom prst="roundRect">
            <a:avLst/>
          </a:prstGeom>
          <a:solidFill>
            <a:srgbClr val="F7F5FB"/>
          </a:solidFill>
          <a:ln w="17780">
            <a:solidFill>
              <a:srgbClr val="FF3F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12064" y="1014984"/>
            <a:ext cx="91440" cy="758952"/>
          </a:xfrm>
          <a:prstGeom prst="rect">
            <a:avLst/>
          </a:prstGeom>
          <a:solidFill>
            <a:srgbClr val="FF3F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0664" y="1124712"/>
            <a:ext cx="329184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21152F"/>
                </a:solidFill>
                <a:latin typeface="Arial" panose="020B0704020202020204"/>
              </a:rPr>
              <a:t>Новизна</a:t>
            </a:r>
            <a:endParaRPr sz="1050" b="1">
              <a:solidFill>
                <a:srgbClr val="21152F"/>
              </a:solidFill>
              <a:latin typeface="Arial" panose="020B0704020202020204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740664" y="1417320"/>
            <a:ext cx="3236976" cy="2834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680" b="0">
                <a:solidFill>
                  <a:srgbClr val="5D5870"/>
                </a:solidFill>
                <a:latin typeface="Arial" panose="020B0704020202020204"/>
              </a:rPr>
              <a:t>единый расчетный контур: климатические бины, тепловая нагрузка, часы фрикулинга, PUE и экономика</a:t>
            </a:r>
            <a:endParaRPr sz="680" b="0">
              <a:solidFill>
                <a:srgbClr val="5D5870"/>
              </a:solidFill>
              <a:latin typeface="Arial" panose="020B0704020202020204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4764024" y="2157984"/>
            <a:ext cx="4078224" cy="868680"/>
          </a:xfrm>
          <a:prstGeom prst="roundRect">
            <a:avLst/>
          </a:prstGeom>
          <a:solidFill>
            <a:srgbClr val="F7F5FB"/>
          </a:solidFill>
          <a:ln w="17780">
            <a:solidFill>
              <a:srgbClr val="00AE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764024" y="2157984"/>
            <a:ext cx="91440" cy="868680"/>
          </a:xfrm>
          <a:prstGeom prst="rect">
            <a:avLst/>
          </a:prstGeom>
          <a:solidFill>
            <a:srgbClr val="00A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992624" y="2267712"/>
            <a:ext cx="3749039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21152F"/>
                </a:solidFill>
                <a:latin typeface="Arial" panose="020B0704020202020204"/>
              </a:rPr>
              <a:t>Климатическая база</a:t>
            </a:r>
            <a:endParaRPr sz="1150" b="1">
              <a:solidFill>
                <a:srgbClr val="21152F"/>
              </a:solidFill>
              <a:latin typeface="Arial" panose="020B0704020202020204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4992624" y="2560320"/>
            <a:ext cx="3694176" cy="39319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720" b="0">
                <a:solidFill>
                  <a:srgbClr val="5D5870"/>
                </a:solidFill>
                <a:latin typeface="Arial" panose="020B0704020202020204"/>
              </a:rPr>
              <a:t>Санкт-Петербург, Пулково, СП 131.13330.2020; расчет часов фрикулинга через температурные бины</a:t>
            </a:r>
            <a:endParaRPr sz="720" b="0">
              <a:solidFill>
                <a:srgbClr val="5D5870"/>
              </a:solidFill>
              <a:latin typeface="Arial" panose="020B0704020202020204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1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Заголовок 4"/>
          <p:cNvSpPr>
            <a:spLocks noGrp="1"/>
          </p:cNvSpPr>
          <p:nvPr>
            <p:ph type="title"/>
          </p:nvPr>
        </p:nvSpPr>
        <p:spPr/>
        <p:txBody>
          <a:bodyPr wrap="square" lIns="0" tIns="0" rIns="0" bIns="0" anchor="ctr"/>
          <a:lstStyle/>
          <a:p>
            <a:pPr algn="l"/>
            <a:r>
              <a:rPr sz="2400" b="1">
                <a:solidFill>
                  <a:srgbClr val="21152F"/>
                </a:solidFill>
                <a:latin typeface="Arial" panose="020B0704020202020204"/>
              </a:rPr>
              <a:t>Современные подходы к охлаждению ЦОД</a:t>
            </a:r>
            <a:endParaRPr lang="ru-RU"/>
          </a:p>
        </p:txBody>
      </p:sp>
      <p:pic>
        <p:nvPicPr>
          <p:cNvPr id="6" name="Picture 5" descr="tech_comp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1" y="1059322"/>
            <a:ext cx="3897086" cy="1734678"/>
          </a:xfrm>
          <a:prstGeom prst="rect">
            <a:avLst/>
          </a:prstGeom>
        </p:spPr>
      </p:pic>
      <p:pic>
        <p:nvPicPr>
          <p:cNvPr id="7" name="Picture 6" descr="s05_mod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2" y="3105836"/>
            <a:ext cx="3897084" cy="1640335"/>
          </a:xfrm>
          <a:prstGeom prst="rect">
            <a:avLst/>
          </a:prstGeom>
        </p:spPr>
      </p:pic>
      <p:pic>
        <p:nvPicPr>
          <p:cNvPr id="8" name="Picture 7" descr="s05_schem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9714" y="1059322"/>
            <a:ext cx="3632201" cy="368684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7200" y="4828032"/>
            <a:ext cx="4389120" cy="1645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700" b="0">
                <a:solidFill>
                  <a:srgbClr val="5D5870"/>
                </a:solidFill>
                <a:latin typeface="Arial" panose="020B0704020202020204"/>
              </a:rPr>
              <a:t>ВКР Терновой Р.Р. | Университет ИТМО | 05/12</a:t>
            </a:r>
            <a:endParaRPr sz="700" b="0">
              <a:solidFill>
                <a:srgbClr val="5D5870"/>
              </a:solidFill>
              <a:latin typeface="Arial" panose="020B0704020202020204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 wrap="square" lIns="0" tIns="0" rIns="0" bIns="0" anchor="ctr">
            <a:normAutofit fontScale="90000"/>
          </a:bodyPr>
          <a:lstStyle/>
          <a:p>
            <a:pPr algn="l"/>
            <a:r>
              <a:rPr sz="2400" b="1">
                <a:solidFill>
                  <a:srgbClr val="21152F"/>
                </a:solidFill>
                <a:latin typeface="Arial" panose="020B0704020202020204"/>
              </a:rPr>
              <a:t>Климат Санкт-Петербурга дает 5 502 часа фрикулинга в год при MCT = 10°C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/>
        </p:txBody>
      </p:sp>
      <p:pic>
        <p:nvPicPr>
          <p:cNvPr id="4" name="Picture 3" descr="s06_climate_comp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211943"/>
            <a:ext cx="7467600" cy="344714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4828032"/>
            <a:ext cx="4389120" cy="1645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700" b="0">
                <a:solidFill>
                  <a:srgbClr val="5D5870"/>
                </a:solidFill>
                <a:latin typeface="Arial" panose="020B0704020202020204"/>
              </a:rPr>
              <a:t>ВКР Терновой Р.Р. | Университет ИТМО | 06/12</a:t>
            </a:r>
            <a:endParaRPr sz="700" b="0">
              <a:solidFill>
                <a:srgbClr val="5D5870"/>
              </a:solidFill>
              <a:latin typeface="Arial" panose="020B0704020202020204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Рисунок 5" descr="Изображение выглядит как человек, внутренний, стена&#10;&#10;Автоматически созданное описание"/>
          <p:cNvPicPr>
            <a:picLocks noGrp="1" noChangeAspect="1"/>
          </p:cNvPicPr>
          <p:nvPr>
            <p:ph type="pic" sz="quarter" idx="10"/>
          </p:nvPr>
        </p:nvPicPr>
        <p:blipFill>
          <a:blip r:embed="rId1"/>
          <a:srcRect t="586" b="586"/>
          <a:stretch>
            <a:fillRect/>
          </a:stretch>
        </p:blipFill>
        <p:spPr/>
      </p:pic>
      <p:sp>
        <p:nvSpPr>
          <p:cNvPr id="3" name="Заголовок 2"/>
          <p:cNvSpPr>
            <a:spLocks noGrp="1"/>
          </p:cNvSpPr>
          <p:nvPr>
            <p:ph type="title"/>
          </p:nvPr>
        </p:nvSpPr>
        <p:spPr/>
        <p:txBody>
          <a:bodyPr wrap="square" lIns="0" tIns="0" rIns="0" bIns="0" anchor="ctr">
            <a:normAutofit fontScale="90000"/>
          </a:bodyPr>
          <a:lstStyle/>
          <a:p>
            <a:pPr algn="l"/>
            <a:r>
              <a:rPr sz="2200" b="1">
                <a:solidFill>
                  <a:srgbClr val="21152F"/>
                </a:solidFill>
                <a:latin typeface="Arial" panose="020B0704020202020204"/>
              </a:rPr>
              <a:t>Методика расчета доводит исходные данные до PUE, OPEX и проверки N+1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TextBox 8"/>
          <p:cNvSpPr txBox="1"/>
          <p:nvPr/>
        </p:nvSpPr>
        <p:spPr>
          <a:xfrm>
            <a:off x="457200" y="4828032"/>
            <a:ext cx="4389120" cy="1645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700" b="0">
                <a:solidFill>
                  <a:srgbClr val="5D5870"/>
                </a:solidFill>
                <a:latin typeface="Arial" panose="020B0704020202020204"/>
              </a:rPr>
              <a:t>ВКР Терновой Р.Р. | Университет ИТМО | 07/12</a:t>
            </a:r>
            <a:endParaRPr sz="700" b="0">
              <a:solidFill>
                <a:srgbClr val="5D5870"/>
              </a:solidFill>
              <a:latin typeface="Arial" panose="020B0704020202020204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621792" y="1143000"/>
            <a:ext cx="4343400" cy="502920"/>
          </a:xfrm>
          <a:prstGeom prst="roundRect">
            <a:avLst/>
          </a:prstGeom>
          <a:solidFill>
            <a:srgbClr val="F7F5FB"/>
          </a:solidFill>
          <a:ln w="15240">
            <a:solidFill>
              <a:srgbClr val="5B2D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13232" y="1275588"/>
            <a:ext cx="237744" cy="237744"/>
          </a:xfrm>
          <a:prstGeom prst="ellipse">
            <a:avLst/>
          </a:prstGeom>
          <a:solidFill>
            <a:srgbClr val="5B2D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3232" y="1275588"/>
            <a:ext cx="237744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Arial" panose="020B0704020202020204"/>
              </a:rPr>
              <a:t>1</a:t>
            </a:r>
            <a:endParaRPr sz="800" b="1">
              <a:solidFill>
                <a:srgbClr val="FFFFFF"/>
              </a:solidFill>
              <a:latin typeface="Arial" panose="020B0704020202020204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005840" y="1216152"/>
            <a:ext cx="3867912" cy="1920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1152F"/>
                </a:solidFill>
                <a:latin typeface="Arial" panose="020B0704020202020204"/>
              </a:rPr>
              <a:t>Нагрузка</a:t>
            </a:r>
            <a:endParaRPr sz="1300" b="1">
              <a:solidFill>
                <a:srgbClr val="21152F"/>
              </a:solidFill>
              <a:latin typeface="Arial" panose="020B0704020202020204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005840" y="1417320"/>
            <a:ext cx="3867912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30" b="0">
                <a:solidFill>
                  <a:srgbClr val="5D5870"/>
                </a:solidFill>
                <a:latin typeface="Arial" panose="020B0704020202020204"/>
              </a:rPr>
              <a:t>Q = 965,2 кВт</a:t>
            </a:r>
            <a:endParaRPr sz="930" b="0">
              <a:solidFill>
                <a:srgbClr val="5D5870"/>
              </a:solidFill>
              <a:latin typeface="Arial" panose="020B0704020202020204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621792" y="1828800"/>
            <a:ext cx="4343400" cy="502920"/>
          </a:xfrm>
          <a:prstGeom prst="roundRect">
            <a:avLst/>
          </a:prstGeom>
          <a:solidFill>
            <a:srgbClr val="F7F5FB"/>
          </a:solidFill>
          <a:ln w="15240">
            <a:solidFill>
              <a:srgbClr val="00AE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13232" y="1961388"/>
            <a:ext cx="237744" cy="237744"/>
          </a:xfrm>
          <a:prstGeom prst="ellipse">
            <a:avLst/>
          </a:prstGeom>
          <a:solidFill>
            <a:srgbClr val="00A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13232" y="1961388"/>
            <a:ext cx="237744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Arial" panose="020B0704020202020204"/>
              </a:rPr>
              <a:t>2</a:t>
            </a:r>
            <a:endParaRPr sz="800" b="1">
              <a:solidFill>
                <a:srgbClr val="FFFFFF"/>
              </a:solidFill>
              <a:latin typeface="Arial" panose="020B0704020202020204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1005840" y="1901952"/>
            <a:ext cx="3867912" cy="1920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1152F"/>
                </a:solidFill>
                <a:latin typeface="Arial" panose="020B0704020202020204"/>
              </a:rPr>
              <a:t>Климат</a:t>
            </a:r>
            <a:endParaRPr sz="1300" b="1">
              <a:solidFill>
                <a:srgbClr val="21152F"/>
              </a:solidFill>
              <a:latin typeface="Arial" panose="020B0704020202020204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1005840" y="2103120"/>
            <a:ext cx="3867912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30" b="0">
                <a:solidFill>
                  <a:srgbClr val="5D5870"/>
                </a:solidFill>
                <a:latin typeface="Arial" panose="020B0704020202020204"/>
              </a:rPr>
              <a:t>СП 131.13330.2020</a:t>
            </a:r>
            <a:endParaRPr sz="930" b="0">
              <a:solidFill>
                <a:srgbClr val="5D5870"/>
              </a:solidFill>
              <a:latin typeface="Arial" panose="020B0704020202020204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621792" y="2514600"/>
            <a:ext cx="4343400" cy="502920"/>
          </a:xfrm>
          <a:prstGeom prst="roundRect">
            <a:avLst/>
          </a:prstGeom>
          <a:solidFill>
            <a:srgbClr val="F7F5FB"/>
          </a:solidFill>
          <a:ln w="15240">
            <a:solidFill>
              <a:srgbClr val="00A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13232" y="2647188"/>
            <a:ext cx="237744" cy="237744"/>
          </a:xfrm>
          <a:prstGeom prst="ellipse">
            <a:avLst/>
          </a:prstGeom>
          <a:solidFill>
            <a:srgbClr val="00A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3232" y="2647188"/>
            <a:ext cx="237744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Arial" panose="020B0704020202020204"/>
              </a:rPr>
              <a:t>3</a:t>
            </a:r>
            <a:endParaRPr sz="800" b="1">
              <a:solidFill>
                <a:srgbClr val="FFFFFF"/>
              </a:solidFill>
              <a:latin typeface="Arial" panose="020B0704020202020204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1005840" y="2587752"/>
            <a:ext cx="3867912" cy="1920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1152F"/>
                </a:solidFill>
                <a:latin typeface="Arial" panose="020B0704020202020204"/>
              </a:rPr>
              <a:t>Оборудование</a:t>
            </a:r>
            <a:endParaRPr sz="1300" b="1">
              <a:solidFill>
                <a:srgbClr val="21152F"/>
              </a:solidFill>
              <a:latin typeface="Arial" panose="020B0704020202020204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1005840" y="2788920"/>
            <a:ext cx="3867912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30" b="0">
                <a:solidFill>
                  <a:srgbClr val="5D5870"/>
                </a:solidFill>
                <a:latin typeface="Arial" panose="020B0704020202020204"/>
              </a:rPr>
              <a:t>чиллер, ПТО, драйкулер</a:t>
            </a:r>
            <a:endParaRPr sz="930" b="0">
              <a:solidFill>
                <a:srgbClr val="5D5870"/>
              </a:solidFill>
              <a:latin typeface="Arial" panose="020B0704020202020204"/>
            </a:endParaRPr>
          </a:p>
        </p:txBody>
      </p:sp>
      <p:sp>
        <p:nvSpPr>
          <p:cNvPr id="25" name="Rounded Rectangle 24"/>
          <p:cNvSpPr/>
          <p:nvPr/>
        </p:nvSpPr>
        <p:spPr>
          <a:xfrm>
            <a:off x="621792" y="3200400"/>
            <a:ext cx="4343400" cy="502920"/>
          </a:xfrm>
          <a:prstGeom prst="roundRect">
            <a:avLst/>
          </a:prstGeom>
          <a:solidFill>
            <a:srgbClr val="F7F5FB"/>
          </a:solidFill>
          <a:ln w="15240">
            <a:solidFill>
              <a:srgbClr val="FF7A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13232" y="3332988"/>
            <a:ext cx="237744" cy="237744"/>
          </a:xfrm>
          <a:prstGeom prst="ellipse">
            <a:avLst/>
          </a:prstGeom>
          <a:solidFill>
            <a:srgbClr val="FF7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13232" y="3332988"/>
            <a:ext cx="237744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Arial" panose="020B0704020202020204"/>
              </a:rPr>
              <a:t>4</a:t>
            </a:r>
            <a:endParaRPr sz="800" b="1">
              <a:solidFill>
                <a:srgbClr val="FFFFFF"/>
              </a:solidFill>
              <a:latin typeface="Arial" panose="020B0704020202020204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1005840" y="3273552"/>
            <a:ext cx="3867912" cy="1920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1152F"/>
                </a:solidFill>
                <a:latin typeface="Arial" panose="020B0704020202020204"/>
              </a:rPr>
              <a:t>Энергия</a:t>
            </a:r>
            <a:endParaRPr sz="1300" b="1">
              <a:solidFill>
                <a:srgbClr val="21152F"/>
              </a:solidFill>
              <a:latin typeface="Arial" panose="020B0704020202020204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1005840" y="3474720"/>
            <a:ext cx="3867912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30" b="0">
                <a:solidFill>
                  <a:srgbClr val="5D5870"/>
                </a:solidFill>
                <a:latin typeface="Arial" panose="020B0704020202020204"/>
              </a:rPr>
              <a:t>месячное потребление</a:t>
            </a:r>
            <a:endParaRPr sz="930" b="0">
              <a:solidFill>
                <a:srgbClr val="5D5870"/>
              </a:solidFill>
              <a:latin typeface="Arial" panose="020B0704020202020204"/>
            </a:endParaRPr>
          </a:p>
        </p:txBody>
      </p:sp>
      <p:sp>
        <p:nvSpPr>
          <p:cNvPr id="30" name="Rounded Rectangle 29"/>
          <p:cNvSpPr/>
          <p:nvPr/>
        </p:nvSpPr>
        <p:spPr>
          <a:xfrm>
            <a:off x="621792" y="3886200"/>
            <a:ext cx="4343400" cy="502920"/>
          </a:xfrm>
          <a:prstGeom prst="roundRect">
            <a:avLst/>
          </a:prstGeom>
          <a:solidFill>
            <a:srgbClr val="F7F5FB"/>
          </a:solidFill>
          <a:ln w="15240">
            <a:solidFill>
              <a:srgbClr val="FF3F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713232" y="4018788"/>
            <a:ext cx="237744" cy="237744"/>
          </a:xfrm>
          <a:prstGeom prst="ellipse">
            <a:avLst/>
          </a:prstGeom>
          <a:solidFill>
            <a:srgbClr val="FF3F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13232" y="4018788"/>
            <a:ext cx="237744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Arial" panose="020B0704020202020204"/>
              </a:rPr>
              <a:t>5</a:t>
            </a:r>
            <a:endParaRPr sz="800" b="1">
              <a:solidFill>
                <a:srgbClr val="FFFFFF"/>
              </a:solidFill>
              <a:latin typeface="Arial" panose="020B0704020202020204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1005840" y="3959352"/>
            <a:ext cx="3867912" cy="1920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1152F"/>
                </a:solidFill>
                <a:latin typeface="Arial" panose="020B0704020202020204"/>
              </a:rPr>
              <a:t>Выбор</a:t>
            </a:r>
            <a:endParaRPr sz="1300" b="1">
              <a:solidFill>
                <a:srgbClr val="21152F"/>
              </a:solidFill>
              <a:latin typeface="Arial" panose="020B0704020202020204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1005840" y="4160520"/>
            <a:ext cx="3867912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30" b="0">
                <a:solidFill>
                  <a:srgbClr val="5D5870"/>
                </a:solidFill>
                <a:latin typeface="Arial" panose="020B0704020202020204"/>
              </a:rPr>
              <a:t>PUE + окупаемость</a:t>
            </a:r>
            <a:endParaRPr sz="930" b="0">
              <a:solidFill>
                <a:srgbClr val="5D5870"/>
              </a:solidFill>
              <a:latin typeface="Arial" panose="020B0704020202020204"/>
            </a:endParaRPr>
          </a:p>
        </p:txBody>
      </p:sp>
      <p:sp>
        <p:nvSpPr>
          <p:cNvPr id="35" name="Rounded Rectangle 34"/>
          <p:cNvSpPr/>
          <p:nvPr/>
        </p:nvSpPr>
        <p:spPr>
          <a:xfrm>
            <a:off x="5394960" y="950976"/>
            <a:ext cx="3355848" cy="3621024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5B2D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760720" y="1161288"/>
            <a:ext cx="256032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5B2D82"/>
                </a:solidFill>
                <a:latin typeface="Arial" panose="020B0704020202020204"/>
              </a:rPr>
              <a:t>Часы фрикулинга от MCT</a:t>
            </a:r>
            <a:endParaRPr sz="1500" b="1">
              <a:solidFill>
                <a:srgbClr val="5B2D82"/>
              </a:solidFill>
              <a:latin typeface="Arial" panose="020B0704020202020204"/>
            </a:endParaRPr>
          </a:p>
        </p:txBody>
      </p:sp>
      <p:pic>
        <p:nvPicPr>
          <p:cNvPr id="37" name="Picture 36" descr="s07_mc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07355" y="1539875"/>
            <a:ext cx="3112135" cy="2030730"/>
          </a:xfrm>
          <a:prstGeom prst="rect">
            <a:avLst/>
          </a:prstGeom>
        </p:spPr>
      </p:pic>
      <p:sp>
        <p:nvSpPr>
          <p:cNvPr id="38" name="Rounded Rectangle 37"/>
          <p:cNvSpPr/>
          <p:nvPr/>
        </p:nvSpPr>
        <p:spPr>
          <a:xfrm>
            <a:off x="5669280" y="3657600"/>
            <a:ext cx="1005840" cy="566928"/>
          </a:xfrm>
          <a:prstGeom prst="roundRect">
            <a:avLst/>
          </a:prstGeom>
          <a:solidFill>
            <a:srgbClr val="F7F5FB"/>
          </a:solidFill>
          <a:ln w="17780">
            <a:solidFill>
              <a:srgbClr val="00A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669280" y="3657600"/>
            <a:ext cx="91440" cy="566928"/>
          </a:xfrm>
          <a:prstGeom prst="rect">
            <a:avLst/>
          </a:prstGeom>
          <a:solidFill>
            <a:srgbClr val="00A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897880" y="3767328"/>
            <a:ext cx="676656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00A676"/>
                </a:solidFill>
                <a:latin typeface="Arial" panose="020B0704020202020204"/>
              </a:rPr>
              <a:t>5 502 ч</a:t>
            </a:r>
            <a:endParaRPr sz="1700" b="1">
              <a:solidFill>
                <a:srgbClr val="00A676"/>
              </a:solidFill>
              <a:latin typeface="Arial" panose="020B0704020202020204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5897880" y="4160520"/>
            <a:ext cx="676656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>
                <a:solidFill>
                  <a:srgbClr val="21152F"/>
                </a:solidFill>
                <a:latin typeface="Arial" panose="020B0704020202020204"/>
              </a:rPr>
              <a:t>MCT = 10°C</a:t>
            </a:r>
            <a:endParaRPr sz="800" b="1">
              <a:solidFill>
                <a:srgbClr val="21152F"/>
              </a:solidFill>
              <a:latin typeface="Arial" panose="020B0704020202020204"/>
            </a:endParaRPr>
          </a:p>
        </p:txBody>
      </p:sp>
      <p:sp>
        <p:nvSpPr>
          <p:cNvPr id="42" name="Rounded Rectangle 41"/>
          <p:cNvSpPr/>
          <p:nvPr/>
        </p:nvSpPr>
        <p:spPr>
          <a:xfrm>
            <a:off x="6821424" y="3657600"/>
            <a:ext cx="1005840" cy="566928"/>
          </a:xfrm>
          <a:prstGeom prst="roundRect">
            <a:avLst/>
          </a:prstGeom>
          <a:solidFill>
            <a:srgbClr val="F7F5FB"/>
          </a:solidFill>
          <a:ln w="17780">
            <a:solidFill>
              <a:srgbClr val="FF3F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821424" y="3657600"/>
            <a:ext cx="91440" cy="566928"/>
          </a:xfrm>
          <a:prstGeom prst="rect">
            <a:avLst/>
          </a:prstGeom>
          <a:solidFill>
            <a:srgbClr val="FF3F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050024" y="3767328"/>
            <a:ext cx="676656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FF3F8E"/>
                </a:solidFill>
                <a:latin typeface="Arial" panose="020B0704020202020204"/>
              </a:rPr>
              <a:t>5 994 ч</a:t>
            </a:r>
            <a:endParaRPr sz="1700" b="1">
              <a:solidFill>
                <a:srgbClr val="FF3F8E"/>
              </a:solidFill>
              <a:latin typeface="Arial" panose="020B0704020202020204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7050024" y="4160520"/>
            <a:ext cx="676656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>
                <a:solidFill>
                  <a:srgbClr val="21152F"/>
                </a:solidFill>
                <a:latin typeface="Arial" panose="020B0704020202020204"/>
              </a:rPr>
              <a:t>MCT = 12°C</a:t>
            </a:r>
            <a:endParaRPr sz="800" b="1">
              <a:solidFill>
                <a:srgbClr val="21152F"/>
              </a:solidFill>
              <a:latin typeface="Arial" panose="020B0704020202020204"/>
            </a:endParaRPr>
          </a:p>
        </p:txBody>
      </p:sp>
      <p:sp>
        <p:nvSpPr>
          <p:cNvPr id="46" name="Rounded Rectangle 45"/>
          <p:cNvSpPr/>
          <p:nvPr/>
        </p:nvSpPr>
        <p:spPr>
          <a:xfrm>
            <a:off x="457200" y="932688"/>
            <a:ext cx="4608576" cy="38404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5B2D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621792" y="1143000"/>
            <a:ext cx="4343400" cy="502920"/>
          </a:xfrm>
          <a:prstGeom prst="roundRect">
            <a:avLst/>
          </a:prstGeom>
          <a:solidFill>
            <a:srgbClr val="F7F5FB"/>
          </a:solidFill>
          <a:ln w="15240">
            <a:solidFill>
              <a:srgbClr val="5B2D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713232" y="1275588"/>
            <a:ext cx="237744" cy="237744"/>
          </a:xfrm>
          <a:prstGeom prst="ellipse">
            <a:avLst/>
          </a:prstGeom>
          <a:solidFill>
            <a:srgbClr val="5B2D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13232" y="1275588"/>
            <a:ext cx="237744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Arial" panose="020B0704020202020204"/>
              </a:rPr>
              <a:t>1</a:t>
            </a:r>
            <a:endParaRPr sz="800" b="1">
              <a:solidFill>
                <a:srgbClr val="FFFFFF"/>
              </a:solidFill>
              <a:latin typeface="Arial" panose="020B0704020202020204"/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1005840" y="1216152"/>
            <a:ext cx="3867912" cy="1920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1152F"/>
                </a:solidFill>
                <a:latin typeface="Arial" panose="020B0704020202020204"/>
              </a:rPr>
              <a:t>Нагрузка</a:t>
            </a:r>
            <a:endParaRPr sz="1300" b="1">
              <a:solidFill>
                <a:srgbClr val="21152F"/>
              </a:solidFill>
              <a:latin typeface="Arial" panose="020B0704020202020204"/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1005840" y="1417320"/>
            <a:ext cx="3867912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30" b="0">
                <a:solidFill>
                  <a:srgbClr val="5D5870"/>
                </a:solidFill>
                <a:latin typeface="Arial" panose="020B0704020202020204"/>
              </a:rPr>
              <a:t>Q = 965,2 кВт</a:t>
            </a:r>
            <a:endParaRPr sz="930" b="0">
              <a:solidFill>
                <a:srgbClr val="5D5870"/>
              </a:solidFill>
              <a:latin typeface="Arial" panose="020B0704020202020204"/>
            </a:endParaRPr>
          </a:p>
        </p:txBody>
      </p:sp>
      <p:sp>
        <p:nvSpPr>
          <p:cNvPr id="52" name="Rounded Rectangle 51"/>
          <p:cNvSpPr/>
          <p:nvPr/>
        </p:nvSpPr>
        <p:spPr>
          <a:xfrm>
            <a:off x="621792" y="1828800"/>
            <a:ext cx="4343400" cy="502920"/>
          </a:xfrm>
          <a:prstGeom prst="roundRect">
            <a:avLst/>
          </a:prstGeom>
          <a:solidFill>
            <a:srgbClr val="F7F5FB"/>
          </a:solidFill>
          <a:ln w="15240">
            <a:solidFill>
              <a:srgbClr val="00AE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713232" y="1961388"/>
            <a:ext cx="237744" cy="237744"/>
          </a:xfrm>
          <a:prstGeom prst="ellipse">
            <a:avLst/>
          </a:prstGeom>
          <a:solidFill>
            <a:srgbClr val="00A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13232" y="1961388"/>
            <a:ext cx="237744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Arial" panose="020B0704020202020204"/>
              </a:rPr>
              <a:t>2</a:t>
            </a:r>
            <a:endParaRPr sz="800" b="1">
              <a:solidFill>
                <a:srgbClr val="FFFFFF"/>
              </a:solidFill>
              <a:latin typeface="Arial" panose="020B0704020202020204"/>
            </a:endParaRPr>
          </a:p>
        </p:txBody>
      </p:sp>
      <p:sp>
        <p:nvSpPr>
          <p:cNvPr id="55" name="TextBox 54"/>
          <p:cNvSpPr txBox="1"/>
          <p:nvPr/>
        </p:nvSpPr>
        <p:spPr>
          <a:xfrm>
            <a:off x="1005840" y="1901952"/>
            <a:ext cx="3867912" cy="1920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1152F"/>
                </a:solidFill>
                <a:latin typeface="Arial" panose="020B0704020202020204"/>
              </a:rPr>
              <a:t>Климат</a:t>
            </a:r>
            <a:endParaRPr sz="1300" b="1">
              <a:solidFill>
                <a:srgbClr val="21152F"/>
              </a:solidFill>
              <a:latin typeface="Arial" panose="020B0704020202020204"/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1005840" y="2103120"/>
            <a:ext cx="3867912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30" b="0">
                <a:solidFill>
                  <a:srgbClr val="5D5870"/>
                </a:solidFill>
                <a:latin typeface="Arial" panose="020B0704020202020204"/>
              </a:rPr>
              <a:t>СП 131.13330.2020</a:t>
            </a:r>
            <a:endParaRPr sz="930" b="0">
              <a:solidFill>
                <a:srgbClr val="5D5870"/>
              </a:solidFill>
              <a:latin typeface="Arial" panose="020B0704020202020204"/>
            </a:endParaRPr>
          </a:p>
        </p:txBody>
      </p:sp>
      <p:sp>
        <p:nvSpPr>
          <p:cNvPr id="57" name="Rounded Rectangle 56"/>
          <p:cNvSpPr/>
          <p:nvPr/>
        </p:nvSpPr>
        <p:spPr>
          <a:xfrm>
            <a:off x="621792" y="2514600"/>
            <a:ext cx="4343400" cy="502920"/>
          </a:xfrm>
          <a:prstGeom prst="roundRect">
            <a:avLst/>
          </a:prstGeom>
          <a:solidFill>
            <a:srgbClr val="F7F5FB"/>
          </a:solidFill>
          <a:ln w="15240">
            <a:solidFill>
              <a:srgbClr val="00A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713232" y="2647188"/>
            <a:ext cx="237744" cy="237744"/>
          </a:xfrm>
          <a:prstGeom prst="ellipse">
            <a:avLst/>
          </a:prstGeom>
          <a:solidFill>
            <a:srgbClr val="00A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713232" y="2647188"/>
            <a:ext cx="237744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Arial" panose="020B0704020202020204"/>
              </a:rPr>
              <a:t>3</a:t>
            </a:r>
            <a:endParaRPr sz="800" b="1">
              <a:solidFill>
                <a:srgbClr val="FFFFFF"/>
              </a:solidFill>
              <a:latin typeface="Arial" panose="020B0704020202020204"/>
            </a:endParaRPr>
          </a:p>
        </p:txBody>
      </p:sp>
      <p:sp>
        <p:nvSpPr>
          <p:cNvPr id="60" name="TextBox 59"/>
          <p:cNvSpPr txBox="1"/>
          <p:nvPr/>
        </p:nvSpPr>
        <p:spPr>
          <a:xfrm>
            <a:off x="1005840" y="2587752"/>
            <a:ext cx="3867912" cy="1920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1152F"/>
                </a:solidFill>
                <a:latin typeface="Arial" panose="020B0704020202020204"/>
              </a:rPr>
              <a:t>Оборудование</a:t>
            </a:r>
            <a:endParaRPr sz="1300" b="1">
              <a:solidFill>
                <a:srgbClr val="21152F"/>
              </a:solidFill>
              <a:latin typeface="Arial" panose="020B0704020202020204"/>
            </a:endParaRPr>
          </a:p>
        </p:txBody>
      </p:sp>
      <p:sp>
        <p:nvSpPr>
          <p:cNvPr id="61" name="TextBox 60"/>
          <p:cNvSpPr txBox="1"/>
          <p:nvPr/>
        </p:nvSpPr>
        <p:spPr>
          <a:xfrm>
            <a:off x="1005840" y="2788920"/>
            <a:ext cx="3867912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30" b="0">
                <a:solidFill>
                  <a:srgbClr val="5D5870"/>
                </a:solidFill>
                <a:latin typeface="Arial" panose="020B0704020202020204"/>
              </a:rPr>
              <a:t>чиллер, ПТО, драйкулер</a:t>
            </a:r>
            <a:endParaRPr sz="930" b="0">
              <a:solidFill>
                <a:srgbClr val="5D5870"/>
              </a:solidFill>
              <a:latin typeface="Arial" panose="020B0704020202020204"/>
            </a:endParaRPr>
          </a:p>
        </p:txBody>
      </p:sp>
      <p:sp>
        <p:nvSpPr>
          <p:cNvPr id="62" name="Rounded Rectangle 61"/>
          <p:cNvSpPr/>
          <p:nvPr/>
        </p:nvSpPr>
        <p:spPr>
          <a:xfrm>
            <a:off x="621792" y="3200400"/>
            <a:ext cx="4343400" cy="502920"/>
          </a:xfrm>
          <a:prstGeom prst="roundRect">
            <a:avLst/>
          </a:prstGeom>
          <a:solidFill>
            <a:srgbClr val="F7F5FB"/>
          </a:solidFill>
          <a:ln w="15240">
            <a:solidFill>
              <a:srgbClr val="FF7A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713232" y="3332988"/>
            <a:ext cx="237744" cy="237744"/>
          </a:xfrm>
          <a:prstGeom prst="ellipse">
            <a:avLst/>
          </a:prstGeom>
          <a:solidFill>
            <a:srgbClr val="FF7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713232" y="3332988"/>
            <a:ext cx="237744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Arial" panose="020B0704020202020204"/>
              </a:rPr>
              <a:t>4</a:t>
            </a:r>
            <a:endParaRPr sz="800" b="1">
              <a:solidFill>
                <a:srgbClr val="FFFFFF"/>
              </a:solidFill>
              <a:latin typeface="Arial" panose="020B0704020202020204"/>
            </a:endParaRPr>
          </a:p>
        </p:txBody>
      </p:sp>
      <p:sp>
        <p:nvSpPr>
          <p:cNvPr id="65" name="TextBox 64"/>
          <p:cNvSpPr txBox="1"/>
          <p:nvPr/>
        </p:nvSpPr>
        <p:spPr>
          <a:xfrm>
            <a:off x="1005840" y="3273552"/>
            <a:ext cx="3867912" cy="1920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1152F"/>
                </a:solidFill>
                <a:latin typeface="Arial" panose="020B0704020202020204"/>
              </a:rPr>
              <a:t>Энергия</a:t>
            </a:r>
            <a:endParaRPr sz="1300" b="1">
              <a:solidFill>
                <a:srgbClr val="21152F"/>
              </a:solidFill>
              <a:latin typeface="Arial" panose="020B0704020202020204"/>
            </a:endParaRPr>
          </a:p>
        </p:txBody>
      </p:sp>
      <p:sp>
        <p:nvSpPr>
          <p:cNvPr id="66" name="TextBox 65"/>
          <p:cNvSpPr txBox="1"/>
          <p:nvPr/>
        </p:nvSpPr>
        <p:spPr>
          <a:xfrm>
            <a:off x="1005840" y="3474720"/>
            <a:ext cx="3867912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30" b="0">
                <a:solidFill>
                  <a:srgbClr val="5D5870"/>
                </a:solidFill>
                <a:latin typeface="Arial" panose="020B0704020202020204"/>
              </a:rPr>
              <a:t>месячное потребление</a:t>
            </a:r>
            <a:endParaRPr sz="930" b="0">
              <a:solidFill>
                <a:srgbClr val="5D5870"/>
              </a:solidFill>
              <a:latin typeface="Arial" panose="020B0704020202020204"/>
            </a:endParaRPr>
          </a:p>
        </p:txBody>
      </p:sp>
      <p:sp>
        <p:nvSpPr>
          <p:cNvPr id="67" name="Rounded Rectangle 66"/>
          <p:cNvSpPr/>
          <p:nvPr/>
        </p:nvSpPr>
        <p:spPr>
          <a:xfrm>
            <a:off x="621792" y="3886200"/>
            <a:ext cx="4343400" cy="502920"/>
          </a:xfrm>
          <a:prstGeom prst="roundRect">
            <a:avLst/>
          </a:prstGeom>
          <a:solidFill>
            <a:srgbClr val="F7F5FB"/>
          </a:solidFill>
          <a:ln w="15240">
            <a:solidFill>
              <a:srgbClr val="FF3F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713232" y="4018788"/>
            <a:ext cx="237744" cy="237744"/>
          </a:xfrm>
          <a:prstGeom prst="ellipse">
            <a:avLst/>
          </a:prstGeom>
          <a:solidFill>
            <a:srgbClr val="FF3F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713232" y="4018788"/>
            <a:ext cx="237744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Arial" panose="020B0704020202020204"/>
              </a:rPr>
              <a:t>5</a:t>
            </a:r>
            <a:endParaRPr sz="800" b="1">
              <a:solidFill>
                <a:srgbClr val="FFFFFF"/>
              </a:solidFill>
              <a:latin typeface="Arial" panose="020B0704020202020204"/>
            </a:endParaRPr>
          </a:p>
        </p:txBody>
      </p:sp>
      <p:sp>
        <p:nvSpPr>
          <p:cNvPr id="70" name="TextBox 69"/>
          <p:cNvSpPr txBox="1"/>
          <p:nvPr/>
        </p:nvSpPr>
        <p:spPr>
          <a:xfrm>
            <a:off x="1005840" y="3959352"/>
            <a:ext cx="3867912" cy="1920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1152F"/>
                </a:solidFill>
                <a:latin typeface="Arial" panose="020B0704020202020204"/>
              </a:rPr>
              <a:t>Выбор</a:t>
            </a:r>
            <a:endParaRPr sz="1300" b="1">
              <a:solidFill>
                <a:srgbClr val="21152F"/>
              </a:solidFill>
              <a:latin typeface="Arial" panose="020B0704020202020204"/>
            </a:endParaRPr>
          </a:p>
        </p:txBody>
      </p:sp>
      <p:sp>
        <p:nvSpPr>
          <p:cNvPr id="71" name="TextBox 70"/>
          <p:cNvSpPr txBox="1"/>
          <p:nvPr/>
        </p:nvSpPr>
        <p:spPr>
          <a:xfrm>
            <a:off x="1005840" y="4160520"/>
            <a:ext cx="3867912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30" b="0">
                <a:solidFill>
                  <a:srgbClr val="5D5870"/>
                </a:solidFill>
                <a:latin typeface="Arial" panose="020B0704020202020204"/>
              </a:rPr>
              <a:t>PUE + окупаемость</a:t>
            </a:r>
            <a:endParaRPr sz="930" b="0">
              <a:solidFill>
                <a:srgbClr val="5D5870"/>
              </a:solidFill>
              <a:latin typeface="Arial" panose="020B0704020202020204"/>
            </a:endParaRPr>
          </a:p>
        </p:txBody>
      </p:sp>
      <p:sp>
        <p:nvSpPr>
          <p:cNvPr id="72" name="Rectangle 71"/>
          <p:cNvSpPr/>
          <p:nvPr/>
        </p:nvSpPr>
        <p:spPr>
          <a:xfrm>
            <a:off x="384048" y="822960"/>
            <a:ext cx="4983480" cy="41605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ounded Rectangle 72"/>
          <p:cNvSpPr/>
          <p:nvPr/>
        </p:nvSpPr>
        <p:spPr>
          <a:xfrm>
            <a:off x="457200" y="932688"/>
            <a:ext cx="4608576" cy="38404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5B2D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ounded Rectangle 73"/>
          <p:cNvSpPr/>
          <p:nvPr/>
        </p:nvSpPr>
        <p:spPr>
          <a:xfrm>
            <a:off x="621792" y="1143000"/>
            <a:ext cx="4343400" cy="502920"/>
          </a:xfrm>
          <a:prstGeom prst="roundRect">
            <a:avLst/>
          </a:prstGeom>
          <a:solidFill>
            <a:srgbClr val="F7F5FB"/>
          </a:solidFill>
          <a:ln w="15240">
            <a:solidFill>
              <a:srgbClr val="5B2D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713232" y="1275588"/>
            <a:ext cx="237744" cy="237744"/>
          </a:xfrm>
          <a:prstGeom prst="ellipse">
            <a:avLst/>
          </a:prstGeom>
          <a:solidFill>
            <a:srgbClr val="5B2D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713232" y="1275588"/>
            <a:ext cx="237744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rial" panose="020B0704020202020204"/>
              </a:rPr>
              <a:t>1</a:t>
            </a:r>
            <a:endParaRPr sz="800" b="1">
              <a:solidFill>
                <a:srgbClr val="FFFFFF"/>
              </a:solidFill>
              <a:latin typeface="Arial" panose="020B0704020202020204"/>
            </a:endParaRPr>
          </a:p>
        </p:txBody>
      </p:sp>
      <p:sp>
        <p:nvSpPr>
          <p:cNvPr id="77" name="TextBox 76"/>
          <p:cNvSpPr txBox="1"/>
          <p:nvPr/>
        </p:nvSpPr>
        <p:spPr>
          <a:xfrm>
            <a:off x="1005840" y="1216152"/>
            <a:ext cx="3867912" cy="1920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>
                <a:solidFill>
                  <a:srgbClr val="21152F"/>
                </a:solidFill>
                <a:latin typeface="Arial" panose="020B0704020202020204"/>
              </a:rPr>
              <a:t>Нагрузка</a:t>
            </a:r>
            <a:endParaRPr sz="1300" b="1">
              <a:solidFill>
                <a:srgbClr val="21152F"/>
              </a:solidFill>
              <a:latin typeface="Arial" panose="020B0704020202020204"/>
            </a:endParaRPr>
          </a:p>
        </p:txBody>
      </p:sp>
      <p:sp>
        <p:nvSpPr>
          <p:cNvPr id="78" name="TextBox 77"/>
          <p:cNvSpPr txBox="1"/>
          <p:nvPr/>
        </p:nvSpPr>
        <p:spPr>
          <a:xfrm>
            <a:off x="1005840" y="1417320"/>
            <a:ext cx="3867912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30" b="0">
                <a:solidFill>
                  <a:srgbClr val="5D5870"/>
                </a:solidFill>
                <a:latin typeface="Arial" panose="020B0704020202020204"/>
              </a:rPr>
              <a:t>Q = 965,2 кВт</a:t>
            </a:r>
            <a:endParaRPr sz="930" b="0">
              <a:solidFill>
                <a:srgbClr val="5D5870"/>
              </a:solidFill>
              <a:latin typeface="Arial" panose="020B0704020202020204"/>
            </a:endParaRPr>
          </a:p>
        </p:txBody>
      </p:sp>
      <p:sp>
        <p:nvSpPr>
          <p:cNvPr id="79" name="Rounded Rectangle 78"/>
          <p:cNvSpPr/>
          <p:nvPr/>
        </p:nvSpPr>
        <p:spPr>
          <a:xfrm>
            <a:off x="621792" y="1828800"/>
            <a:ext cx="4343400" cy="502920"/>
          </a:xfrm>
          <a:prstGeom prst="roundRect">
            <a:avLst/>
          </a:prstGeom>
          <a:solidFill>
            <a:srgbClr val="F7F5FB"/>
          </a:solidFill>
          <a:ln w="15240">
            <a:solidFill>
              <a:srgbClr val="00AE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Oval 79"/>
          <p:cNvSpPr/>
          <p:nvPr/>
        </p:nvSpPr>
        <p:spPr>
          <a:xfrm>
            <a:off x="713232" y="1961388"/>
            <a:ext cx="237744" cy="237744"/>
          </a:xfrm>
          <a:prstGeom prst="ellipse">
            <a:avLst/>
          </a:prstGeom>
          <a:solidFill>
            <a:srgbClr val="00A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713232" y="1961388"/>
            <a:ext cx="237744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rial" panose="020B0704020202020204"/>
              </a:rPr>
              <a:t>2</a:t>
            </a:r>
            <a:endParaRPr sz="800" b="1">
              <a:solidFill>
                <a:srgbClr val="FFFFFF"/>
              </a:solidFill>
              <a:latin typeface="Arial" panose="020B0704020202020204"/>
            </a:endParaRPr>
          </a:p>
        </p:txBody>
      </p:sp>
      <p:sp>
        <p:nvSpPr>
          <p:cNvPr id="82" name="TextBox 81"/>
          <p:cNvSpPr txBox="1"/>
          <p:nvPr/>
        </p:nvSpPr>
        <p:spPr>
          <a:xfrm>
            <a:off x="1005840" y="1901952"/>
            <a:ext cx="3867912" cy="1920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>
                <a:solidFill>
                  <a:srgbClr val="21152F"/>
                </a:solidFill>
                <a:latin typeface="Arial" panose="020B0704020202020204"/>
              </a:rPr>
              <a:t>Климат</a:t>
            </a:r>
            <a:endParaRPr sz="1300" b="1">
              <a:solidFill>
                <a:srgbClr val="21152F"/>
              </a:solidFill>
              <a:latin typeface="Arial" panose="020B0704020202020204"/>
            </a:endParaRPr>
          </a:p>
        </p:txBody>
      </p:sp>
      <p:sp>
        <p:nvSpPr>
          <p:cNvPr id="83" name="TextBox 82"/>
          <p:cNvSpPr txBox="1"/>
          <p:nvPr/>
        </p:nvSpPr>
        <p:spPr>
          <a:xfrm>
            <a:off x="1005840" y="2103120"/>
            <a:ext cx="3867912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30" b="0">
                <a:solidFill>
                  <a:srgbClr val="5D5870"/>
                </a:solidFill>
                <a:latin typeface="Arial" panose="020B0704020202020204"/>
              </a:rPr>
              <a:t>СП 131.13330.2020</a:t>
            </a:r>
            <a:endParaRPr sz="930" b="0">
              <a:solidFill>
                <a:srgbClr val="5D5870"/>
              </a:solidFill>
              <a:latin typeface="Arial" panose="020B0704020202020204"/>
            </a:endParaRPr>
          </a:p>
        </p:txBody>
      </p:sp>
      <p:sp>
        <p:nvSpPr>
          <p:cNvPr id="84" name="Rounded Rectangle 83"/>
          <p:cNvSpPr/>
          <p:nvPr/>
        </p:nvSpPr>
        <p:spPr>
          <a:xfrm>
            <a:off x="621792" y="2514600"/>
            <a:ext cx="4343400" cy="502920"/>
          </a:xfrm>
          <a:prstGeom prst="roundRect">
            <a:avLst/>
          </a:prstGeom>
          <a:solidFill>
            <a:srgbClr val="F7F5FB"/>
          </a:solidFill>
          <a:ln w="15240">
            <a:solidFill>
              <a:srgbClr val="00A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Oval 84"/>
          <p:cNvSpPr/>
          <p:nvPr/>
        </p:nvSpPr>
        <p:spPr>
          <a:xfrm>
            <a:off x="713232" y="2647188"/>
            <a:ext cx="237744" cy="237744"/>
          </a:xfrm>
          <a:prstGeom prst="ellipse">
            <a:avLst/>
          </a:prstGeom>
          <a:solidFill>
            <a:srgbClr val="00A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713232" y="2647188"/>
            <a:ext cx="237744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rial" panose="020B0704020202020204"/>
              </a:rPr>
              <a:t>3</a:t>
            </a:r>
            <a:endParaRPr sz="800" b="1">
              <a:solidFill>
                <a:srgbClr val="FFFFFF"/>
              </a:solidFill>
              <a:latin typeface="Arial" panose="020B0704020202020204"/>
            </a:endParaRPr>
          </a:p>
        </p:txBody>
      </p:sp>
      <p:sp>
        <p:nvSpPr>
          <p:cNvPr id="87" name="TextBox 86"/>
          <p:cNvSpPr txBox="1"/>
          <p:nvPr/>
        </p:nvSpPr>
        <p:spPr>
          <a:xfrm>
            <a:off x="1005840" y="2587752"/>
            <a:ext cx="3867912" cy="1920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>
                <a:solidFill>
                  <a:srgbClr val="21152F"/>
                </a:solidFill>
                <a:latin typeface="Arial" panose="020B0704020202020204"/>
              </a:rPr>
              <a:t>Оборудование</a:t>
            </a:r>
            <a:endParaRPr sz="1300" b="1">
              <a:solidFill>
                <a:srgbClr val="21152F"/>
              </a:solidFill>
              <a:latin typeface="Arial" panose="020B0704020202020204"/>
            </a:endParaRPr>
          </a:p>
        </p:txBody>
      </p:sp>
      <p:sp>
        <p:nvSpPr>
          <p:cNvPr id="88" name="TextBox 87"/>
          <p:cNvSpPr txBox="1"/>
          <p:nvPr/>
        </p:nvSpPr>
        <p:spPr>
          <a:xfrm>
            <a:off x="1005840" y="2788920"/>
            <a:ext cx="3867912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30" b="0">
                <a:solidFill>
                  <a:srgbClr val="5D5870"/>
                </a:solidFill>
                <a:latin typeface="Arial" panose="020B0704020202020204"/>
              </a:rPr>
              <a:t>чиллер, ПТО, драйкулер</a:t>
            </a:r>
            <a:endParaRPr sz="930" b="0">
              <a:solidFill>
                <a:srgbClr val="5D5870"/>
              </a:solidFill>
              <a:latin typeface="Arial" panose="020B0704020202020204"/>
            </a:endParaRPr>
          </a:p>
        </p:txBody>
      </p:sp>
      <p:sp>
        <p:nvSpPr>
          <p:cNvPr id="89" name="Rounded Rectangle 88"/>
          <p:cNvSpPr/>
          <p:nvPr/>
        </p:nvSpPr>
        <p:spPr>
          <a:xfrm>
            <a:off x="621792" y="3200400"/>
            <a:ext cx="4343400" cy="502920"/>
          </a:xfrm>
          <a:prstGeom prst="roundRect">
            <a:avLst/>
          </a:prstGeom>
          <a:solidFill>
            <a:srgbClr val="F7F5FB"/>
          </a:solidFill>
          <a:ln w="15240">
            <a:solidFill>
              <a:srgbClr val="FF7A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Oval 89"/>
          <p:cNvSpPr/>
          <p:nvPr/>
        </p:nvSpPr>
        <p:spPr>
          <a:xfrm>
            <a:off x="713232" y="3332988"/>
            <a:ext cx="237744" cy="237744"/>
          </a:xfrm>
          <a:prstGeom prst="ellipse">
            <a:avLst/>
          </a:prstGeom>
          <a:solidFill>
            <a:srgbClr val="FF7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713232" y="3332988"/>
            <a:ext cx="237744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rial" panose="020B0704020202020204"/>
              </a:rPr>
              <a:t>4</a:t>
            </a:r>
            <a:endParaRPr sz="800" b="1">
              <a:solidFill>
                <a:srgbClr val="FFFFFF"/>
              </a:solidFill>
              <a:latin typeface="Arial" panose="020B0704020202020204"/>
            </a:endParaRPr>
          </a:p>
        </p:txBody>
      </p:sp>
      <p:sp>
        <p:nvSpPr>
          <p:cNvPr id="92" name="TextBox 91"/>
          <p:cNvSpPr txBox="1"/>
          <p:nvPr/>
        </p:nvSpPr>
        <p:spPr>
          <a:xfrm>
            <a:off x="1005840" y="3273552"/>
            <a:ext cx="3867912" cy="1920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>
                <a:solidFill>
                  <a:srgbClr val="21152F"/>
                </a:solidFill>
                <a:latin typeface="Arial" panose="020B0704020202020204"/>
              </a:rPr>
              <a:t>Энергия</a:t>
            </a:r>
            <a:endParaRPr sz="1300" b="1">
              <a:solidFill>
                <a:srgbClr val="21152F"/>
              </a:solidFill>
              <a:latin typeface="Arial" panose="020B0704020202020204"/>
            </a:endParaRPr>
          </a:p>
        </p:txBody>
      </p:sp>
      <p:sp>
        <p:nvSpPr>
          <p:cNvPr id="93" name="TextBox 92"/>
          <p:cNvSpPr txBox="1"/>
          <p:nvPr/>
        </p:nvSpPr>
        <p:spPr>
          <a:xfrm>
            <a:off x="1005840" y="3474720"/>
            <a:ext cx="3867912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30" b="0">
                <a:solidFill>
                  <a:srgbClr val="5D5870"/>
                </a:solidFill>
                <a:latin typeface="Arial" panose="020B0704020202020204"/>
              </a:rPr>
              <a:t>месячное потребление</a:t>
            </a:r>
            <a:endParaRPr sz="930" b="0">
              <a:solidFill>
                <a:srgbClr val="5D5870"/>
              </a:solidFill>
              <a:latin typeface="Arial" panose="020B0704020202020204"/>
            </a:endParaRPr>
          </a:p>
        </p:txBody>
      </p:sp>
      <p:sp>
        <p:nvSpPr>
          <p:cNvPr id="94" name="Rounded Rectangle 93"/>
          <p:cNvSpPr/>
          <p:nvPr/>
        </p:nvSpPr>
        <p:spPr>
          <a:xfrm>
            <a:off x="621792" y="3886200"/>
            <a:ext cx="4343400" cy="502920"/>
          </a:xfrm>
          <a:prstGeom prst="roundRect">
            <a:avLst/>
          </a:prstGeom>
          <a:solidFill>
            <a:srgbClr val="F7F5FB"/>
          </a:solidFill>
          <a:ln w="15240">
            <a:solidFill>
              <a:srgbClr val="FF3F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Oval 94"/>
          <p:cNvSpPr/>
          <p:nvPr/>
        </p:nvSpPr>
        <p:spPr>
          <a:xfrm>
            <a:off x="713232" y="4018788"/>
            <a:ext cx="237744" cy="237744"/>
          </a:xfrm>
          <a:prstGeom prst="ellipse">
            <a:avLst/>
          </a:prstGeom>
          <a:solidFill>
            <a:srgbClr val="FF3F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713232" y="4018788"/>
            <a:ext cx="237744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rial" panose="020B0704020202020204"/>
              </a:rPr>
              <a:t>5</a:t>
            </a:r>
            <a:endParaRPr sz="800" b="1">
              <a:solidFill>
                <a:srgbClr val="FFFFFF"/>
              </a:solidFill>
              <a:latin typeface="Arial" panose="020B0704020202020204"/>
            </a:endParaRPr>
          </a:p>
        </p:txBody>
      </p:sp>
      <p:sp>
        <p:nvSpPr>
          <p:cNvPr id="97" name="TextBox 96"/>
          <p:cNvSpPr txBox="1"/>
          <p:nvPr/>
        </p:nvSpPr>
        <p:spPr>
          <a:xfrm>
            <a:off x="1005840" y="3959352"/>
            <a:ext cx="3867912" cy="1920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>
                <a:solidFill>
                  <a:srgbClr val="21152F"/>
                </a:solidFill>
                <a:latin typeface="Arial" panose="020B0704020202020204"/>
              </a:rPr>
              <a:t>Выбор</a:t>
            </a:r>
            <a:endParaRPr sz="1300" b="1">
              <a:solidFill>
                <a:srgbClr val="21152F"/>
              </a:solidFill>
              <a:latin typeface="Arial" panose="020B0704020202020204"/>
            </a:endParaRPr>
          </a:p>
        </p:txBody>
      </p:sp>
      <p:sp>
        <p:nvSpPr>
          <p:cNvPr id="98" name="TextBox 97"/>
          <p:cNvSpPr txBox="1"/>
          <p:nvPr/>
        </p:nvSpPr>
        <p:spPr>
          <a:xfrm>
            <a:off x="1005840" y="4160520"/>
            <a:ext cx="3867912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30" b="0">
                <a:solidFill>
                  <a:srgbClr val="5D5870"/>
                </a:solidFill>
                <a:latin typeface="Arial" panose="020B0704020202020204"/>
              </a:rPr>
              <a:t>PUE + окупаемость</a:t>
            </a:r>
            <a:endParaRPr sz="930" b="0">
              <a:solidFill>
                <a:srgbClr val="5D5870"/>
              </a:solidFill>
              <a:latin typeface="Arial" panose="020B0704020202020204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4"/>
          <p:cNvSpPr>
            <a:spLocks noGrp="1"/>
          </p:cNvSpPr>
          <p:nvPr>
            <p:ph type="title"/>
          </p:nvPr>
        </p:nvSpPr>
        <p:spPr/>
        <p:txBody>
          <a:bodyPr wrap="square" lIns="0" tIns="0" rIns="0" bIns="0" anchor="ctr">
            <a:normAutofit fontScale="90000"/>
          </a:bodyPr>
          <a:lstStyle/>
          <a:p>
            <a:pPr algn="l"/>
            <a:r>
              <a:rPr sz="2400" b="1">
                <a:solidFill>
                  <a:srgbClr val="21152F"/>
                </a:solidFill>
                <a:latin typeface="Arial" panose="020B0704020202020204"/>
              </a:rPr>
              <a:t>Три сравниваемые схемы хладоцентра</a:t>
            </a:r>
            <a:endParaRPr lang="ru-RU" dirty="0"/>
          </a:p>
        </p:txBody>
      </p:sp>
      <p:sp>
        <p:nvSpPr>
          <p:cNvPr id="6" name="Текст 5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8" name="Рисунок 7"/>
          <p:cNvSpPr>
            <a:spLocks noGrp="1"/>
          </p:cNvSpPr>
          <p:nvPr>
            <p:ph type="pic" sz="quarter" idx="14"/>
          </p:nvPr>
        </p:nvSpPr>
        <p:spPr/>
      </p:sp>
      <p:pic>
        <p:nvPicPr>
          <p:cNvPr id="14" name="Рисунок 13" descr="Изображение выглядит как человек, внутренний, стена&#10;&#10;Автоматически созданное описание"/>
          <p:cNvPicPr>
            <a:picLocks noGrp="1" noChangeAspect="1"/>
          </p:cNvPicPr>
          <p:nvPr>
            <p:ph type="pic" sz="quarter" idx="13"/>
          </p:nvPr>
        </p:nvPicPr>
        <p:blipFill>
          <a:blip r:embed="rId1"/>
          <a:srcRect t="5924" b="5924"/>
          <a:stretch>
            <a:fillRect/>
          </a:stretch>
        </p:blipFill>
        <p:spPr/>
      </p:pic>
      <p:pic>
        <p:nvPicPr>
          <p:cNvPr id="15" name="Picture 14" descr="s08_schem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02428" y="943208"/>
            <a:ext cx="5526315" cy="3875536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457200" y="4828032"/>
            <a:ext cx="4389120" cy="1645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700" b="0">
                <a:solidFill>
                  <a:srgbClr val="5D5870"/>
                </a:solidFill>
                <a:latin typeface="Arial" panose="020B0704020202020204"/>
              </a:rPr>
              <a:t>ВКР Терновой Р.Р. | Университет ИТМО | 08/12</a:t>
            </a:r>
            <a:endParaRPr sz="700" b="0">
              <a:solidFill>
                <a:srgbClr val="5D5870"/>
              </a:solidFill>
              <a:latin typeface="Arial" panose="020B0704020202020204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457200" y="941832"/>
            <a:ext cx="2532888" cy="1883664"/>
          </a:xfrm>
          <a:prstGeom prst="roundRect">
            <a:avLst/>
          </a:prstGeom>
          <a:solidFill>
            <a:srgbClr val="F7F5FB"/>
          </a:solidFill>
          <a:ln w="17780">
            <a:solidFill>
              <a:srgbClr val="FF7A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57200" y="941832"/>
            <a:ext cx="91440" cy="1883664"/>
          </a:xfrm>
          <a:prstGeom prst="rect">
            <a:avLst/>
          </a:prstGeom>
          <a:solidFill>
            <a:srgbClr val="FF7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5800" y="1051560"/>
            <a:ext cx="2203704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21152F"/>
                </a:solidFill>
                <a:latin typeface="Arial" panose="020B0704020202020204"/>
              </a:rPr>
              <a:t>Схема 1</a:t>
            </a:r>
            <a:endParaRPr sz="1800" b="1">
              <a:solidFill>
                <a:srgbClr val="21152F"/>
              </a:solidFill>
              <a:latin typeface="Arial" panose="020B0704020202020204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685800" y="1344168"/>
            <a:ext cx="2148840" cy="14081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5D5870"/>
                </a:solidFill>
                <a:latin typeface="Arial" panose="020B0704020202020204"/>
              </a:rPr>
              <a:t>чиллер с воздушным конденсатором, без фрикулинга</a:t>
            </a:r>
            <a:endParaRPr sz="1300" b="0">
              <a:solidFill>
                <a:srgbClr val="5D5870"/>
              </a:solidFill>
              <a:latin typeface="Arial" panose="020B0704020202020204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457200" y="2935224"/>
            <a:ext cx="2532888" cy="1883664"/>
          </a:xfrm>
          <a:prstGeom prst="roundRect">
            <a:avLst/>
          </a:prstGeom>
          <a:solidFill>
            <a:srgbClr val="F7F5FB"/>
          </a:solidFill>
          <a:ln w="17780">
            <a:solidFill>
              <a:srgbClr val="FF3F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57200" y="2935224"/>
            <a:ext cx="91440" cy="1883664"/>
          </a:xfrm>
          <a:prstGeom prst="rect">
            <a:avLst/>
          </a:prstGeom>
          <a:solidFill>
            <a:srgbClr val="FF3F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5800" y="3044952"/>
            <a:ext cx="2203704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21152F"/>
                </a:solidFill>
                <a:latin typeface="Arial" panose="020B0704020202020204"/>
              </a:rPr>
              <a:t>Схема 3</a:t>
            </a:r>
            <a:endParaRPr sz="1800" b="1">
              <a:solidFill>
                <a:srgbClr val="21152F"/>
              </a:solidFill>
              <a:latin typeface="Arial" panose="020B0704020202020204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685800" y="3337560"/>
            <a:ext cx="2148840" cy="14081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5D5870"/>
                </a:solidFill>
                <a:latin typeface="Arial" panose="020B0704020202020204"/>
              </a:rPr>
              <a:t>чиллер + драйкулер + тепловой аккумулятор холода</a:t>
            </a:r>
            <a:endParaRPr sz="1300" b="0">
              <a:solidFill>
                <a:srgbClr val="5D5870"/>
              </a:solidFill>
              <a:latin typeface="Arial" panose="020B0704020202020204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1"/>
          <p:cNvSpPr>
            <a:spLocks noGrp="1"/>
          </p:cNvSpPr>
          <p:nvPr>
            <p:ph type="body" sz="quarter" idx="20"/>
          </p:nvPr>
        </p:nvSpPr>
        <p:spPr/>
        <p:txBody>
          <a:bodyPr wrap="square" lIns="0" tIns="0" rIns="0" bIns="0" anchor="ctr">
            <a:normAutofit lnSpcReduction="10000"/>
          </a:bodyPr>
          <a:lstStyle/>
          <a:p>
            <a:pPr algn="ctr"/>
            <a:r>
              <a:rPr sz="1150" b="1">
                <a:solidFill>
                  <a:srgbClr val="5B2D82"/>
                </a:solidFill>
                <a:latin typeface="Arial" panose="020B0704020202020204"/>
              </a:rPr>
              <a:t>Помесячное потребление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sz="quarter" idx="21"/>
          </p:nvPr>
        </p:nvSpPr>
        <p:spPr/>
        <p:txBody>
          <a:bodyPr wrap="square" lIns="0" tIns="0" rIns="0" bIns="0" anchor="ctr">
            <a:normAutofit lnSpcReduction="10000"/>
          </a:bodyPr>
          <a:lstStyle/>
          <a:p>
            <a:pPr algn="ctr"/>
            <a:r>
              <a:rPr sz="1150" b="1">
                <a:solidFill>
                  <a:srgbClr val="00A676"/>
                </a:solidFill>
                <a:latin typeface="Arial" panose="020B0704020202020204"/>
              </a:rPr>
              <a:t>PUE по схемам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quarter" idx="22"/>
          </p:nvPr>
        </p:nvSpPr>
        <p:spPr/>
        <p:txBody>
          <a:bodyPr wrap="square" lIns="0" tIns="0" rIns="0" bIns="0" anchor="ctr">
            <a:normAutofit lnSpcReduction="10000"/>
          </a:bodyPr>
          <a:lstStyle/>
          <a:p>
            <a:pPr algn="ctr"/>
            <a:r>
              <a:rPr sz="1150" b="1">
                <a:solidFill>
                  <a:srgbClr val="00AEEF"/>
                </a:solidFill>
                <a:latin typeface="Arial" panose="020B0704020202020204"/>
              </a:rPr>
              <a:t>Часы фрикулинга</a:t>
            </a:r>
            <a:endParaRPr lang="ru-RU"/>
          </a:p>
        </p:txBody>
      </p:sp>
      <p:sp>
        <p:nvSpPr>
          <p:cNvPr id="5" name="Объект 4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Объект 5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Заголовок 6"/>
          <p:cNvSpPr>
            <a:spLocks noGrp="1"/>
          </p:cNvSpPr>
          <p:nvPr>
            <p:ph type="title"/>
          </p:nvPr>
        </p:nvSpPr>
        <p:spPr/>
        <p:txBody>
          <a:bodyPr wrap="square" lIns="0" tIns="0" rIns="0" bIns="0" anchor="ctr">
            <a:normAutofit fontScale="90000"/>
          </a:bodyPr>
          <a:lstStyle/>
          <a:p>
            <a:pPr algn="l"/>
            <a:r>
              <a:rPr sz="2200" b="1">
                <a:solidFill>
                  <a:srgbClr val="21152F"/>
                </a:solidFill>
                <a:latin typeface="Arial" panose="020B0704020202020204"/>
              </a:rPr>
              <a:t>Технический результат: фрикулинг снижает энергопотребление охлаждения на 43,5%</a:t>
            </a:r>
            <a:endParaRPr lang="ru-RU"/>
          </a:p>
        </p:txBody>
      </p:sp>
      <p:sp>
        <p:nvSpPr>
          <p:cNvPr id="8" name="Объект 7"/>
          <p:cNvSpPr>
            <a:spLocks noGrp="1"/>
          </p:cNvSpPr>
          <p:nvPr>
            <p:ph sz="half" idx="26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13" name="Рисунок 12" descr="Изображение выглядит как человек, внутренний, стена&#10;&#10;Автоматически созданное описание"/>
          <p:cNvPicPr>
            <a:picLocks noGrp="1" noChangeAspect="1"/>
          </p:cNvPicPr>
          <p:nvPr>
            <p:ph type="pic" sz="quarter" idx="13"/>
          </p:nvPr>
        </p:nvPicPr>
        <p:blipFill>
          <a:blip r:embed="rId1"/>
          <a:srcRect t="6711" b="6711"/>
          <a:stretch>
            <a:fillRect/>
          </a:stretch>
        </p:blipFill>
        <p:spPr/>
      </p:pic>
      <p:sp>
        <p:nvSpPr>
          <p:cNvPr id="10" name="Рисунок 9"/>
          <p:cNvSpPr>
            <a:spLocks noGrp="1"/>
          </p:cNvSpPr>
          <p:nvPr>
            <p:ph type="pic" sz="quarter" idx="27"/>
          </p:nvPr>
        </p:nvSpPr>
        <p:spPr/>
      </p:sp>
      <p:sp>
        <p:nvSpPr>
          <p:cNvPr id="11" name="Рисунок 10"/>
          <p:cNvSpPr>
            <a:spLocks noGrp="1"/>
          </p:cNvSpPr>
          <p:nvPr>
            <p:ph type="pic" sz="quarter" idx="28"/>
          </p:nvPr>
        </p:nvSpPr>
        <p:spPr/>
      </p:sp>
      <p:pic>
        <p:nvPicPr>
          <p:cNvPr id="14" name="Picture 13" descr="s09_energ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9081" y="944463"/>
            <a:ext cx="2577001" cy="1883023"/>
          </a:xfrm>
          <a:prstGeom prst="rect">
            <a:avLst/>
          </a:prstGeom>
        </p:spPr>
      </p:pic>
      <p:pic>
        <p:nvPicPr>
          <p:cNvPr id="15" name="Picture 14" descr="s09_pue_cha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21666" y="944462"/>
            <a:ext cx="2577001" cy="1883023"/>
          </a:xfrm>
          <a:prstGeom prst="rect">
            <a:avLst/>
          </a:prstGeom>
        </p:spPr>
      </p:pic>
      <p:pic>
        <p:nvPicPr>
          <p:cNvPr id="16" name="Picture 15" descr="s09_fc_hour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80690" y="944463"/>
            <a:ext cx="2577001" cy="1883023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457200" y="4828032"/>
            <a:ext cx="4389120" cy="1645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700" b="0">
                <a:solidFill>
                  <a:srgbClr val="5D5870"/>
                </a:solidFill>
                <a:latin typeface="Arial" panose="020B0704020202020204"/>
              </a:rPr>
              <a:t>ВКР Терновой Р.Р. | Университет ИТМО | 09/12</a:t>
            </a:r>
            <a:endParaRPr sz="700" b="0">
              <a:solidFill>
                <a:srgbClr val="5D5870"/>
              </a:solidFill>
              <a:latin typeface="Arial" panose="020B0704020202020204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457200" y="3291840"/>
            <a:ext cx="2587752" cy="1399032"/>
          </a:xfrm>
          <a:prstGeom prst="roundRect">
            <a:avLst/>
          </a:prstGeom>
          <a:solidFill>
            <a:srgbClr val="F7F5FB"/>
          </a:solidFill>
          <a:ln w="17780">
            <a:solidFill>
              <a:srgbClr val="00A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57200" y="3291840"/>
            <a:ext cx="91440" cy="1399032"/>
          </a:xfrm>
          <a:prstGeom prst="rect">
            <a:avLst/>
          </a:prstGeom>
          <a:solidFill>
            <a:srgbClr val="00A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3401568"/>
            <a:ext cx="2258568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00A676"/>
                </a:solidFill>
                <a:latin typeface="Arial" panose="020B0704020202020204"/>
              </a:rPr>
              <a:t>1,310</a:t>
            </a:r>
            <a:endParaRPr sz="2400" b="1">
              <a:solidFill>
                <a:srgbClr val="00A676"/>
              </a:solidFill>
              <a:latin typeface="Arial" panose="020B0704020202020204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685800" y="3794760"/>
            <a:ext cx="2258568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21152F"/>
                </a:solidFill>
                <a:latin typeface="Arial" panose="020B0704020202020204"/>
              </a:rPr>
              <a:t>PUE</a:t>
            </a:r>
            <a:endParaRPr sz="1400" b="1">
              <a:solidFill>
                <a:srgbClr val="21152F"/>
              </a:solidFill>
              <a:latin typeface="Arial" panose="020B0704020202020204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685800" y="4087368"/>
            <a:ext cx="2203704" cy="53035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5D5870"/>
                </a:solidFill>
                <a:latin typeface="Arial" panose="020B0704020202020204"/>
              </a:rPr>
              <a:t>1,494 -&gt; 1,310 -&gt; 1,292: основной эффект дает переход к фрикулингу</a:t>
            </a:r>
            <a:endParaRPr sz="950" b="0">
              <a:solidFill>
                <a:srgbClr val="5D5870"/>
              </a:solidFill>
              <a:latin typeface="Arial" panose="020B0704020202020204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3209544" y="3300984"/>
            <a:ext cx="2587752" cy="1399032"/>
          </a:xfrm>
          <a:prstGeom prst="roundRect">
            <a:avLst/>
          </a:prstGeom>
          <a:solidFill>
            <a:srgbClr val="F7F5FB"/>
          </a:solidFill>
          <a:ln w="17780">
            <a:solidFill>
              <a:srgbClr val="00AE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209544" y="3300984"/>
            <a:ext cx="91440" cy="1399032"/>
          </a:xfrm>
          <a:prstGeom prst="rect">
            <a:avLst/>
          </a:prstGeom>
          <a:solidFill>
            <a:srgbClr val="00A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438144" y="3410712"/>
            <a:ext cx="2258568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00AEEF"/>
                </a:solidFill>
                <a:latin typeface="Arial" panose="020B0704020202020204"/>
              </a:rPr>
              <a:t>-43,5%</a:t>
            </a:r>
            <a:endParaRPr sz="2400" b="1">
              <a:solidFill>
                <a:srgbClr val="00AEEF"/>
              </a:solidFill>
              <a:latin typeface="Arial" panose="020B0704020202020204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3438144" y="3803904"/>
            <a:ext cx="2258568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21152F"/>
                </a:solidFill>
                <a:latin typeface="Arial" panose="020B0704020202020204"/>
              </a:rPr>
              <a:t>Энергия</a:t>
            </a:r>
            <a:endParaRPr sz="1400" b="1">
              <a:solidFill>
                <a:srgbClr val="21152F"/>
              </a:solidFill>
              <a:latin typeface="Arial" panose="020B0704020202020204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3438144" y="4096512"/>
            <a:ext cx="2203704" cy="53035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5D5870"/>
                </a:solidFill>
                <a:latin typeface="Arial" panose="020B0704020202020204"/>
              </a:rPr>
              <a:t>охлаждение -43,5%; полное электропотребление ЦОД -12,3%</a:t>
            </a:r>
            <a:endParaRPr sz="950" b="0">
              <a:solidFill>
                <a:srgbClr val="5D5870"/>
              </a:solidFill>
              <a:latin typeface="Arial" panose="020B0704020202020204"/>
            </a:endParaRPr>
          </a:p>
        </p:txBody>
      </p:sp>
      <p:sp>
        <p:nvSpPr>
          <p:cNvPr id="31" name="Rounded Rectangle 30"/>
          <p:cNvSpPr/>
          <p:nvPr/>
        </p:nvSpPr>
        <p:spPr>
          <a:xfrm>
            <a:off x="5971032" y="3300984"/>
            <a:ext cx="2587752" cy="1399032"/>
          </a:xfrm>
          <a:prstGeom prst="roundRect">
            <a:avLst/>
          </a:prstGeom>
          <a:solidFill>
            <a:srgbClr val="F7F5FB"/>
          </a:solidFill>
          <a:ln w="17780">
            <a:solidFill>
              <a:srgbClr val="FF7A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971032" y="3300984"/>
            <a:ext cx="91440" cy="1399032"/>
          </a:xfrm>
          <a:prstGeom prst="rect">
            <a:avLst/>
          </a:prstGeom>
          <a:solidFill>
            <a:srgbClr val="FF7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199632" y="3410712"/>
            <a:ext cx="2258568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21152F"/>
                </a:solidFill>
                <a:latin typeface="Arial" panose="020B0704020202020204"/>
              </a:rPr>
              <a:t>Вывод</a:t>
            </a:r>
            <a:endParaRPr sz="1400" b="1">
              <a:solidFill>
                <a:srgbClr val="21152F"/>
              </a:solidFill>
              <a:latin typeface="Arial" panose="020B0704020202020204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6199632" y="3703320"/>
            <a:ext cx="2203704" cy="92354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5D5870"/>
                </a:solidFill>
                <a:latin typeface="Arial" panose="020B0704020202020204"/>
              </a:rPr>
              <a:t>Схема 3 дает лучший PUE, но прирост относительно Схемы 2 мал и требует экономической проверки</a:t>
            </a:r>
            <a:endParaRPr sz="950" b="0">
              <a:solidFill>
                <a:srgbClr val="5D5870"/>
              </a:solidFill>
              <a:latin typeface="Arial" panose="020B0704020202020204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 wrap="square" lIns="0" tIns="0" rIns="0" bIns="0" anchor="ctr">
            <a:normAutofit fontScale="90000"/>
          </a:bodyPr>
          <a:lstStyle/>
          <a:p>
            <a:pPr algn="l"/>
            <a:r>
              <a:rPr sz="2200" b="1">
                <a:solidFill>
                  <a:srgbClr val="21152F"/>
                </a:solidFill>
                <a:latin typeface="Arial" panose="020B0704020202020204"/>
              </a:rPr>
              <a:t>ТЭО: дополнительный CAPEX Схемы 2 окупается за счет снижения OPEX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10" name="Рисунок 9" descr="Изображение выглядит как человек, внутренний, стена&#10;&#10;Автоматически созданное описание"/>
          <p:cNvPicPr>
            <a:picLocks noGrp="1" noChangeAspect="1"/>
          </p:cNvPicPr>
          <p:nvPr>
            <p:ph type="pic" sz="quarter" idx="17"/>
          </p:nvPr>
        </p:nvPicPr>
        <p:blipFill>
          <a:blip r:embed="rId1"/>
          <a:srcRect t="5924" b="5924"/>
          <a:stretch>
            <a:fillRect/>
          </a:stretch>
        </p:blipFill>
        <p:spPr/>
      </p:pic>
      <p:sp>
        <p:nvSpPr>
          <p:cNvPr id="5" name="Рисунок 4"/>
          <p:cNvSpPr>
            <a:spLocks noGrp="1"/>
          </p:cNvSpPr>
          <p:nvPr>
            <p:ph type="pic" sz="quarter" idx="18"/>
          </p:nvPr>
        </p:nvSpPr>
        <p:spPr/>
      </p:sp>
      <p:sp>
        <p:nvSpPr>
          <p:cNvPr id="6" name="Рисунок 5"/>
          <p:cNvSpPr>
            <a:spLocks noGrp="1"/>
          </p:cNvSpPr>
          <p:nvPr>
            <p:ph type="pic" sz="quarter" idx="19"/>
          </p:nvPr>
        </p:nvSpPr>
        <p:spPr/>
      </p:sp>
      <p:sp>
        <p:nvSpPr>
          <p:cNvPr id="7" name="Рисунок 6"/>
          <p:cNvSpPr>
            <a:spLocks noGrp="1"/>
          </p:cNvSpPr>
          <p:nvPr>
            <p:ph type="pic" sz="quarter" idx="20"/>
          </p:nvPr>
        </p:nvSpPr>
        <p:spPr/>
      </p:sp>
      <p:sp>
        <p:nvSpPr>
          <p:cNvPr id="8" name="Рисунок 7"/>
          <p:cNvSpPr>
            <a:spLocks noGrp="1"/>
          </p:cNvSpPr>
          <p:nvPr>
            <p:ph type="pic" sz="quarter" idx="21"/>
          </p:nvPr>
        </p:nvSpPr>
        <p:spPr/>
      </p:sp>
      <p:pic>
        <p:nvPicPr>
          <p:cNvPr id="11" name="Picture 10" descr="s10_cape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1" y="963397"/>
            <a:ext cx="2532744" cy="1883023"/>
          </a:xfrm>
          <a:prstGeom prst="rect">
            <a:avLst/>
          </a:prstGeom>
        </p:spPr>
      </p:pic>
      <p:pic>
        <p:nvPicPr>
          <p:cNvPr id="12" name="Picture 11" descr="s10_opex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95171" y="963397"/>
            <a:ext cx="2532744" cy="1883023"/>
          </a:xfrm>
          <a:prstGeom prst="rect">
            <a:avLst/>
          </a:prstGeom>
        </p:spPr>
      </p:pic>
      <p:pic>
        <p:nvPicPr>
          <p:cNvPr id="13" name="Picture 12" descr="s10_lifecyc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33141" y="966928"/>
            <a:ext cx="2532744" cy="1883023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457200" y="4828032"/>
            <a:ext cx="4389120" cy="1645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700" b="0">
                <a:solidFill>
                  <a:srgbClr val="5D5870"/>
                </a:solidFill>
                <a:latin typeface="Arial" panose="020B0704020202020204"/>
              </a:rPr>
              <a:t>ВКР Терновой Р.Р. | Университет ИТМО | 10/12</a:t>
            </a:r>
            <a:endParaRPr sz="700" b="0">
              <a:solidFill>
                <a:srgbClr val="5D5870"/>
              </a:solidFill>
              <a:latin typeface="Arial" panose="020B0704020202020204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457200" y="2962656"/>
            <a:ext cx="2532888" cy="1883664"/>
          </a:xfrm>
          <a:prstGeom prst="roundRect">
            <a:avLst/>
          </a:prstGeom>
          <a:solidFill>
            <a:srgbClr val="F7F5FB"/>
          </a:solidFill>
          <a:ln w="17780">
            <a:solidFill>
              <a:srgbClr val="5B2D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57200" y="2962656"/>
            <a:ext cx="91440" cy="1883664"/>
          </a:xfrm>
          <a:prstGeom prst="rect">
            <a:avLst/>
          </a:prstGeom>
          <a:solidFill>
            <a:srgbClr val="5B2D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" y="3072384"/>
            <a:ext cx="2203704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>
                <a:solidFill>
                  <a:srgbClr val="5B2D82"/>
                </a:solidFill>
                <a:latin typeface="Arial" panose="020B0704020202020204"/>
              </a:rPr>
              <a:t>+13,70 млн руб.</a:t>
            </a:r>
            <a:endParaRPr sz="2000" b="1">
              <a:solidFill>
                <a:srgbClr val="5B2D82"/>
              </a:solidFill>
              <a:latin typeface="Arial" panose="020B0704020202020204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685800" y="3465576"/>
            <a:ext cx="2203704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21152F"/>
                </a:solidFill>
                <a:latin typeface="Arial" panose="020B0704020202020204"/>
              </a:rPr>
              <a:t>CAPEX</a:t>
            </a:r>
            <a:endParaRPr sz="1500" b="1">
              <a:solidFill>
                <a:srgbClr val="21152F"/>
              </a:solidFill>
              <a:latin typeface="Arial" panose="020B0704020202020204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685800" y="3758184"/>
            <a:ext cx="2148840" cy="101498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5D5870"/>
                </a:solidFill>
                <a:latin typeface="Arial" panose="020B0704020202020204"/>
              </a:rPr>
              <a:t>дополнительные вложения Схемы 2 относительно базы</a:t>
            </a:r>
            <a:endParaRPr sz="1050" b="0">
              <a:solidFill>
                <a:srgbClr val="5D5870"/>
              </a:solidFill>
              <a:latin typeface="Arial" panose="020B0704020202020204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3090672" y="2962656"/>
            <a:ext cx="2532888" cy="1883664"/>
          </a:xfrm>
          <a:prstGeom prst="roundRect">
            <a:avLst/>
          </a:prstGeom>
          <a:solidFill>
            <a:srgbClr val="F7F5FB"/>
          </a:solidFill>
          <a:ln w="17780">
            <a:solidFill>
              <a:srgbClr val="00A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090672" y="2962656"/>
            <a:ext cx="91440" cy="1883664"/>
          </a:xfrm>
          <a:prstGeom prst="rect">
            <a:avLst/>
          </a:prstGeom>
          <a:solidFill>
            <a:srgbClr val="00A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319272" y="3072384"/>
            <a:ext cx="2203704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00A676"/>
                </a:solidFill>
                <a:latin typeface="Arial" panose="020B0704020202020204"/>
              </a:rPr>
              <a:t>12,31 млн руб./год</a:t>
            </a:r>
            <a:endParaRPr sz="1800" b="1">
              <a:solidFill>
                <a:srgbClr val="00A676"/>
              </a:solidFill>
              <a:latin typeface="Arial" panose="020B0704020202020204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3319272" y="3465576"/>
            <a:ext cx="2203704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21152F"/>
                </a:solidFill>
                <a:latin typeface="Arial" panose="020B0704020202020204"/>
              </a:rPr>
              <a:t>OPEX</a:t>
            </a:r>
            <a:endParaRPr sz="1500" b="1">
              <a:solidFill>
                <a:srgbClr val="21152F"/>
              </a:solidFill>
              <a:latin typeface="Arial" panose="020B0704020202020204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3319272" y="3758184"/>
            <a:ext cx="2148840" cy="101498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5D5870"/>
                </a:solidFill>
                <a:latin typeface="Arial" panose="020B0704020202020204"/>
              </a:rPr>
              <a:t>годовая экономия относительно базовой схемы</a:t>
            </a:r>
            <a:endParaRPr sz="1050" b="0">
              <a:solidFill>
                <a:srgbClr val="5D5870"/>
              </a:solidFill>
              <a:latin typeface="Arial" panose="020B0704020202020204"/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5733288" y="2953512"/>
            <a:ext cx="2532888" cy="1883664"/>
          </a:xfrm>
          <a:prstGeom prst="roundRect">
            <a:avLst/>
          </a:prstGeom>
          <a:solidFill>
            <a:srgbClr val="F7F5FB"/>
          </a:solidFill>
          <a:ln w="17780">
            <a:solidFill>
              <a:srgbClr val="FF3F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733288" y="2953512"/>
            <a:ext cx="91440" cy="1883664"/>
          </a:xfrm>
          <a:prstGeom prst="rect">
            <a:avLst/>
          </a:prstGeom>
          <a:solidFill>
            <a:srgbClr val="FF3F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961888" y="3063240"/>
            <a:ext cx="2203704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1">
                <a:solidFill>
                  <a:srgbClr val="FF3F8E"/>
                </a:solidFill>
                <a:latin typeface="Arial" panose="020B0704020202020204"/>
              </a:rPr>
              <a:t>1,35 года</a:t>
            </a:r>
            <a:endParaRPr sz="2100" b="1">
              <a:solidFill>
                <a:srgbClr val="FF3F8E"/>
              </a:solidFill>
              <a:latin typeface="Arial" panose="020B0704020202020204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5961888" y="3456432"/>
            <a:ext cx="2203704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21152F"/>
                </a:solidFill>
                <a:latin typeface="Arial" panose="020B0704020202020204"/>
              </a:rPr>
              <a:t>Окупаемость</a:t>
            </a:r>
            <a:endParaRPr sz="1500" b="1">
              <a:solidFill>
                <a:srgbClr val="21152F"/>
              </a:solidFill>
              <a:latin typeface="Arial" panose="020B0704020202020204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5961888" y="3749040"/>
            <a:ext cx="2148840" cy="101498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5D5870"/>
                </a:solidFill>
                <a:latin typeface="Arial" panose="020B0704020202020204"/>
              </a:rPr>
              <a:t>дисконтированный срок при r = 17%</a:t>
            </a:r>
            <a:endParaRPr sz="1050" b="0">
              <a:solidFill>
                <a:srgbClr val="5D5870"/>
              </a:solidFill>
              <a:latin typeface="Arial" panose="020B0704020202020204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1"/>
          <p:cNvSpPr>
            <a:spLocks noGrp="1"/>
          </p:cNvSpPr>
          <p:nvPr>
            <p:ph type="body" sz="quarter" idx="20"/>
          </p:nvPr>
        </p:nvSpPr>
        <p:spPr/>
        <p:txBody>
          <a:bodyPr wrap="square" lIns="0" tIns="0" rIns="0" bIns="0" anchor="ctr">
            <a:normAutofit lnSpcReduction="10000"/>
          </a:bodyPr>
          <a:lstStyle/>
          <a:p>
            <a:pPr algn="ctr"/>
            <a:r>
              <a:rPr sz="1150" b="1">
                <a:solidFill>
                  <a:srgbClr val="5B2D82"/>
                </a:solidFill>
                <a:latin typeface="Arial" panose="020B0704020202020204"/>
              </a:rPr>
              <a:t>Жизненный цикл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sz="quarter" idx="21"/>
          </p:nvPr>
        </p:nvSpPr>
        <p:spPr/>
        <p:txBody>
          <a:bodyPr wrap="square" lIns="0" tIns="0" rIns="0" bIns="0" anchor="ctr">
            <a:normAutofit lnSpcReduction="10000"/>
          </a:bodyPr>
          <a:lstStyle/>
          <a:p>
            <a:pPr algn="ctr"/>
            <a:r>
              <a:rPr sz="1150" b="1">
                <a:solidFill>
                  <a:srgbClr val="00A676"/>
                </a:solidFill>
                <a:latin typeface="Arial" panose="020B0704020202020204"/>
              </a:rPr>
              <a:t>Экономический эффект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quarter" idx="22"/>
          </p:nvPr>
        </p:nvSpPr>
        <p:spPr/>
        <p:txBody>
          <a:bodyPr wrap="square" lIns="0" tIns="0" rIns="0" bIns="0" anchor="ctr">
            <a:normAutofit lnSpcReduction="10000"/>
          </a:bodyPr>
          <a:lstStyle/>
          <a:p>
            <a:pPr algn="ctr"/>
            <a:r>
              <a:rPr sz="1150" b="1">
                <a:solidFill>
                  <a:srgbClr val="00AEEF"/>
                </a:solidFill>
                <a:latin typeface="Arial" panose="020B0704020202020204"/>
              </a:rPr>
              <a:t>Сравнение PUE</a:t>
            </a:r>
            <a:endParaRPr lang="ru-RU"/>
          </a:p>
        </p:txBody>
      </p:sp>
      <p:sp>
        <p:nvSpPr>
          <p:cNvPr id="5" name="Заголовок 4"/>
          <p:cNvSpPr>
            <a:spLocks noGrp="1"/>
          </p:cNvSpPr>
          <p:nvPr>
            <p:ph type="title"/>
          </p:nvPr>
        </p:nvSpPr>
        <p:spPr/>
        <p:txBody>
          <a:bodyPr wrap="square" lIns="0" tIns="0" rIns="0" bIns="0" anchor="ctr">
            <a:normAutofit fontScale="90000"/>
          </a:bodyPr>
          <a:lstStyle/>
          <a:p>
            <a:pPr algn="l"/>
            <a:r>
              <a:rPr sz="2200" b="1">
                <a:solidFill>
                  <a:srgbClr val="21152F"/>
                </a:solidFill>
                <a:latin typeface="Arial" panose="020B0704020202020204"/>
              </a:rPr>
              <a:t>Итоговый выбор: Схема 2 дает лучший баланс эффективности, CAPEX и надежности</a:t>
            </a:r>
            <a:endParaRPr lang="ru-RU"/>
          </a:p>
        </p:txBody>
      </p:sp>
      <p:pic>
        <p:nvPicPr>
          <p:cNvPr id="16" name="Рисунок 15" descr="Изображение выглядит как человек, внутренний, стена&#10;&#10;Автоматически созданное описание"/>
          <p:cNvPicPr>
            <a:picLocks noGrp="1" noChangeAspect="1"/>
          </p:cNvPicPr>
          <p:nvPr>
            <p:ph type="pic" sz="quarter" idx="31"/>
          </p:nvPr>
        </p:nvPicPr>
        <p:blipFill rotWithShape="1">
          <a:blip r:embed="rId1"/>
          <a:srcRect l="-243" t="8890" r="243" b="31362"/>
          <a:stretch>
            <a:fillRect/>
          </a:stretch>
        </p:blipFill>
        <p:spPr>
          <a:xfrm>
            <a:off x="454050" y="952607"/>
            <a:ext cx="2589213" cy="1304294"/>
          </a:xfrm>
        </p:spPr>
      </p:pic>
      <p:sp>
        <p:nvSpPr>
          <p:cNvPr id="7" name="Рисунок 6"/>
          <p:cNvSpPr>
            <a:spLocks noGrp="1"/>
          </p:cNvSpPr>
          <p:nvPr>
            <p:ph type="pic" sz="quarter" idx="32"/>
          </p:nvPr>
        </p:nvSpPr>
        <p:spPr/>
      </p:sp>
      <p:sp>
        <p:nvSpPr>
          <p:cNvPr id="8" name="Рисунок 7"/>
          <p:cNvSpPr>
            <a:spLocks noGrp="1"/>
          </p:cNvSpPr>
          <p:nvPr>
            <p:ph type="pic" sz="quarter" idx="33"/>
          </p:nvPr>
        </p:nvSpPr>
        <p:spPr/>
      </p:sp>
      <p:sp>
        <p:nvSpPr>
          <p:cNvPr id="9" name="Текст 8"/>
          <p:cNvSpPr>
            <a:spLocks noGrp="1"/>
          </p:cNvSpPr>
          <p:nvPr>
            <p:ph type="body" sz="quarter" idx="34"/>
          </p:nvPr>
        </p:nvSpPr>
        <p:spPr/>
        <p:txBody>
          <a:bodyPr wrap="square" lIns="0" tIns="0" rIns="0" bIns="0" anchor="ctr">
            <a:normAutofit lnSpcReduction="10000"/>
          </a:bodyPr>
          <a:lstStyle/>
          <a:p>
            <a:pPr algn="ctr"/>
            <a:r>
              <a:rPr sz="1150" b="1">
                <a:solidFill>
                  <a:srgbClr val="5B2D82"/>
                </a:solidFill>
                <a:latin typeface="Arial" panose="020B0704020202020204"/>
              </a:rPr>
              <a:t>Методика расчета</a:t>
            </a:r>
            <a:endParaRPr lang="ru-RU"/>
          </a:p>
        </p:txBody>
      </p:sp>
      <p:sp>
        <p:nvSpPr>
          <p:cNvPr id="10" name="Текст 9"/>
          <p:cNvSpPr>
            <a:spLocks noGrp="1"/>
          </p:cNvSpPr>
          <p:nvPr>
            <p:ph type="body" sz="quarter" idx="35"/>
          </p:nvPr>
        </p:nvSpPr>
        <p:spPr/>
        <p:txBody>
          <a:bodyPr wrap="square" lIns="0" tIns="0" rIns="0" bIns="0" anchor="ctr">
            <a:normAutofit lnSpcReduction="10000"/>
          </a:bodyPr>
          <a:lstStyle/>
          <a:p>
            <a:pPr algn="ctr"/>
            <a:r>
              <a:rPr sz="1150" b="1">
                <a:solidFill>
                  <a:srgbClr val="00A676"/>
                </a:solidFill>
                <a:latin typeface="Arial" panose="020B0704020202020204"/>
              </a:rPr>
              <a:t>Рекомендуемая схема</a:t>
            </a:r>
            <a:endParaRPr lang="ru-RU"/>
          </a:p>
        </p:txBody>
      </p:sp>
      <p:sp>
        <p:nvSpPr>
          <p:cNvPr id="11" name="Текст 10"/>
          <p:cNvSpPr>
            <a:spLocks noGrp="1"/>
          </p:cNvSpPr>
          <p:nvPr>
            <p:ph type="body" sz="quarter" idx="36"/>
          </p:nvPr>
        </p:nvSpPr>
        <p:spPr/>
        <p:txBody>
          <a:bodyPr wrap="square" lIns="0" tIns="0" rIns="0" bIns="0" anchor="ctr">
            <a:normAutofit lnSpcReduction="10000"/>
          </a:bodyPr>
          <a:lstStyle/>
          <a:p>
            <a:pPr algn="ctr"/>
            <a:r>
              <a:rPr sz="1150" b="1">
                <a:solidFill>
                  <a:srgbClr val="00AEEF"/>
                </a:solidFill>
                <a:latin typeface="Arial" panose="020B0704020202020204"/>
              </a:rPr>
              <a:t>Практический эффект</a:t>
            </a:r>
            <a:endParaRPr lang="ru-RU"/>
          </a:p>
        </p:txBody>
      </p:sp>
      <p:sp>
        <p:nvSpPr>
          <p:cNvPr id="12" name="Рисунок 11"/>
          <p:cNvSpPr>
            <a:spLocks noGrp="1"/>
          </p:cNvSpPr>
          <p:nvPr>
            <p:ph type="pic" sz="quarter" idx="37"/>
          </p:nvPr>
        </p:nvSpPr>
        <p:spPr/>
      </p:sp>
      <p:sp>
        <p:nvSpPr>
          <p:cNvPr id="13" name="Рисунок 12"/>
          <p:cNvSpPr>
            <a:spLocks noGrp="1"/>
          </p:cNvSpPr>
          <p:nvPr>
            <p:ph type="pic" sz="quarter" idx="38"/>
          </p:nvPr>
        </p:nvSpPr>
        <p:spPr/>
      </p:sp>
      <p:sp>
        <p:nvSpPr>
          <p:cNvPr id="14" name="Рисунок 13"/>
          <p:cNvSpPr>
            <a:spLocks noGrp="1"/>
          </p:cNvSpPr>
          <p:nvPr>
            <p:ph type="pic" sz="quarter" idx="39"/>
          </p:nvPr>
        </p:nvSpPr>
        <p:spPr/>
      </p:sp>
      <p:pic>
        <p:nvPicPr>
          <p:cNvPr id="17" name="Picture 16" descr="s11_co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4050" y="952607"/>
            <a:ext cx="2589213" cy="1304294"/>
          </a:xfrm>
          <a:prstGeom prst="rect">
            <a:avLst/>
          </a:prstGeom>
        </p:spPr>
      </p:pic>
      <p:pic>
        <p:nvPicPr>
          <p:cNvPr id="19" name="Picture 18" descr="s11_pu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9789" y="952607"/>
            <a:ext cx="2589213" cy="1304294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457200" y="4828032"/>
            <a:ext cx="4389120" cy="1645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700" b="0">
                <a:solidFill>
                  <a:srgbClr val="5D5870"/>
                </a:solidFill>
                <a:latin typeface="Arial" panose="020B0704020202020204"/>
              </a:rPr>
              <a:t>ВКР Терновой Р.Р. | Университет ИТМО | 11/12</a:t>
            </a:r>
            <a:endParaRPr sz="700" b="0">
              <a:solidFill>
                <a:srgbClr val="5D5870"/>
              </a:solidFill>
              <a:latin typeface="Arial" panose="020B0704020202020204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3273552" y="950976"/>
            <a:ext cx="2587752" cy="1307592"/>
          </a:xfrm>
          <a:prstGeom prst="roundRect">
            <a:avLst/>
          </a:prstGeom>
          <a:solidFill>
            <a:srgbClr val="F7F5FB"/>
          </a:solidFill>
          <a:ln w="17780">
            <a:solidFill>
              <a:srgbClr val="00A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273552" y="950976"/>
            <a:ext cx="91440" cy="1307592"/>
          </a:xfrm>
          <a:prstGeom prst="rect">
            <a:avLst/>
          </a:prstGeom>
          <a:solidFill>
            <a:srgbClr val="00A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502152" y="1060704"/>
            <a:ext cx="2258568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>
                <a:solidFill>
                  <a:srgbClr val="00A676"/>
                </a:solidFill>
                <a:latin typeface="Arial" panose="020B0704020202020204"/>
              </a:rPr>
              <a:t>+51,84 млн руб.</a:t>
            </a:r>
            <a:endParaRPr sz="1900" b="1">
              <a:solidFill>
                <a:srgbClr val="00A676"/>
              </a:solidFill>
              <a:latin typeface="Arial" panose="020B0704020202020204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3502152" y="1453896"/>
            <a:ext cx="2258568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21152F"/>
                </a:solidFill>
                <a:latin typeface="Arial" panose="020B0704020202020204"/>
              </a:rPr>
              <a:t>NPV</a:t>
            </a:r>
            <a:endParaRPr sz="1400" b="1">
              <a:solidFill>
                <a:srgbClr val="21152F"/>
              </a:solidFill>
              <a:latin typeface="Arial" panose="020B0704020202020204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3502152" y="1746504"/>
            <a:ext cx="2203704" cy="43891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5D5870"/>
                </a:solidFill>
                <a:latin typeface="Arial" panose="020B0704020202020204"/>
              </a:rPr>
              <a:t>экономический эффект за 15-летний горизонт</a:t>
            </a:r>
            <a:endParaRPr sz="900" b="0">
              <a:solidFill>
                <a:srgbClr val="5D5870"/>
              </a:solidFill>
              <a:latin typeface="Arial" panose="020B0704020202020204"/>
            </a:endParaRPr>
          </a:p>
        </p:txBody>
      </p:sp>
      <p:sp>
        <p:nvSpPr>
          <p:cNvPr id="29" name="Rounded Rectangle 28"/>
          <p:cNvSpPr/>
          <p:nvPr/>
        </p:nvSpPr>
        <p:spPr>
          <a:xfrm>
            <a:off x="457200" y="2862072"/>
            <a:ext cx="2587752" cy="1307592"/>
          </a:xfrm>
          <a:prstGeom prst="roundRect">
            <a:avLst/>
          </a:prstGeom>
          <a:solidFill>
            <a:srgbClr val="F7F5FB"/>
          </a:solidFill>
          <a:ln w="17780">
            <a:solidFill>
              <a:srgbClr val="5B2D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57200" y="2862072"/>
            <a:ext cx="91440" cy="1307592"/>
          </a:xfrm>
          <a:prstGeom prst="rect">
            <a:avLst/>
          </a:prstGeom>
          <a:solidFill>
            <a:srgbClr val="5B2D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85800" y="2971800"/>
            <a:ext cx="2258568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1152F"/>
                </a:solidFill>
                <a:latin typeface="Arial" panose="020B0704020202020204"/>
              </a:rPr>
              <a:t>Методика</a:t>
            </a:r>
            <a:endParaRPr sz="1300" b="1">
              <a:solidFill>
                <a:srgbClr val="21152F"/>
              </a:solidFill>
              <a:latin typeface="Arial" panose="020B0704020202020204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685800" y="3264408"/>
            <a:ext cx="2203704" cy="83210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20" b="0">
                <a:solidFill>
                  <a:srgbClr val="5D5870"/>
                </a:solidFill>
                <a:latin typeface="Arial" panose="020B0704020202020204"/>
              </a:rPr>
              <a:t>учитывает климат, сезонные режимы и резервирование N+1</a:t>
            </a:r>
            <a:endParaRPr sz="920" b="0">
              <a:solidFill>
                <a:srgbClr val="5D5870"/>
              </a:solidFill>
              <a:latin typeface="Arial" panose="020B0704020202020204"/>
            </a:endParaRPr>
          </a:p>
        </p:txBody>
      </p:sp>
      <p:sp>
        <p:nvSpPr>
          <p:cNvPr id="33" name="Rounded Rectangle 32"/>
          <p:cNvSpPr/>
          <p:nvPr/>
        </p:nvSpPr>
        <p:spPr>
          <a:xfrm>
            <a:off x="3282696" y="2862072"/>
            <a:ext cx="2587752" cy="1307592"/>
          </a:xfrm>
          <a:prstGeom prst="roundRect">
            <a:avLst/>
          </a:prstGeom>
          <a:solidFill>
            <a:srgbClr val="F7F5FB"/>
          </a:solidFill>
          <a:ln w="17780">
            <a:solidFill>
              <a:srgbClr val="00A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3282696" y="2862072"/>
            <a:ext cx="91440" cy="1307592"/>
          </a:xfrm>
          <a:prstGeom prst="rect">
            <a:avLst/>
          </a:prstGeom>
          <a:solidFill>
            <a:srgbClr val="00A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511296" y="2971800"/>
            <a:ext cx="2258568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1152F"/>
                </a:solidFill>
                <a:latin typeface="Arial" panose="020B0704020202020204"/>
              </a:rPr>
              <a:t>Оптимум</a:t>
            </a:r>
            <a:endParaRPr sz="1300" b="1">
              <a:solidFill>
                <a:srgbClr val="21152F"/>
              </a:solidFill>
              <a:latin typeface="Arial" panose="020B0704020202020204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3511296" y="3264408"/>
            <a:ext cx="2203704" cy="83210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20" b="0">
                <a:solidFill>
                  <a:srgbClr val="5D5870"/>
                </a:solidFill>
                <a:latin typeface="Arial" panose="020B0704020202020204"/>
              </a:rPr>
              <a:t>для Санкт-Петербурга выбрана Схема 2: ПТО + драйкулер</a:t>
            </a:r>
            <a:endParaRPr sz="920" b="0">
              <a:solidFill>
                <a:srgbClr val="5D5870"/>
              </a:solidFill>
              <a:latin typeface="Arial" panose="020B0704020202020204"/>
            </a:endParaRPr>
          </a:p>
        </p:txBody>
      </p:sp>
      <p:sp>
        <p:nvSpPr>
          <p:cNvPr id="37" name="Rounded Rectangle 36"/>
          <p:cNvSpPr/>
          <p:nvPr/>
        </p:nvSpPr>
        <p:spPr>
          <a:xfrm>
            <a:off x="6089904" y="2862072"/>
            <a:ext cx="2587752" cy="1307592"/>
          </a:xfrm>
          <a:prstGeom prst="roundRect">
            <a:avLst/>
          </a:prstGeom>
          <a:solidFill>
            <a:srgbClr val="F7F5FB"/>
          </a:solidFill>
          <a:ln w="17780">
            <a:solidFill>
              <a:srgbClr val="00AE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089904" y="2862072"/>
            <a:ext cx="91440" cy="1307592"/>
          </a:xfrm>
          <a:prstGeom prst="rect">
            <a:avLst/>
          </a:prstGeom>
          <a:solidFill>
            <a:srgbClr val="00A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318504" y="2971800"/>
            <a:ext cx="2258568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1152F"/>
                </a:solidFill>
                <a:latin typeface="Arial" panose="020B0704020202020204"/>
              </a:rPr>
              <a:t>Эффект</a:t>
            </a:r>
            <a:endParaRPr sz="1300" b="1">
              <a:solidFill>
                <a:srgbClr val="21152F"/>
              </a:solidFill>
              <a:latin typeface="Arial" panose="020B0704020202020204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6318504" y="3264408"/>
            <a:ext cx="2203704" cy="83210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20" b="0">
                <a:solidFill>
                  <a:srgbClr val="5D5870"/>
                </a:solidFill>
                <a:latin typeface="Arial" panose="020B0704020202020204"/>
              </a:rPr>
              <a:t>PUE 1,310 и снижение полного электропотребления ЦОД на 12,3%</a:t>
            </a:r>
            <a:endParaRPr sz="920" b="0">
              <a:solidFill>
                <a:srgbClr val="5D5870"/>
              </a:solidFill>
              <a:latin typeface="Arial" panose="020B0704020202020204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801813"/>
            <a:ext cx="8229600" cy="620712"/>
          </a:xfrm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3400" b="1">
                <a:solidFill>
                  <a:srgbClr val="FFFFFF"/>
                </a:solidFill>
                <a:latin typeface="Arial" panose="020B0704020202020204"/>
              </a:rPr>
              <a:t>Спасибо
за внимание!</a:t>
            </a:r>
            <a:endParaRPr lang="en-US" sz="4400" dirty="0"/>
          </a:p>
        </p:txBody>
      </p:sp>
      <p:sp>
        <p:nvSpPr>
          <p:cNvPr id="3" name="TextBox 2"/>
          <p:cNvSpPr txBox="1"/>
          <p:nvPr/>
        </p:nvSpPr>
        <p:spPr>
          <a:xfrm>
            <a:off x="6880123" y="4468762"/>
            <a:ext cx="1914691" cy="369332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r"/>
            <a:r>
              <a:rPr sz="1200" b="0">
                <a:solidFill>
                  <a:srgbClr val="FFFFFF"/>
                </a:solidFill>
                <a:latin typeface="Arial" panose="020B0704020202020204"/>
              </a:rPr>
              <a:t>Терновой Радослав Руславнович
ВКР магистра, Университет ИТМО, 2026</a:t>
            </a:r>
            <a:endParaRPr sz="1200" b="0">
              <a:solidFill>
                <a:srgbClr val="FFFFFF"/>
              </a:solidFill>
              <a:latin typeface="Arial" panose="020B0704020202020204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Тема1">
  <a:themeElements>
    <a:clrScheme name="Другая 1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EC0B43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3249</Words>
  <Application>WPS Presentation</Application>
  <PresentationFormat>Экран (16:9)</PresentationFormat>
  <Paragraphs>268</Paragraphs>
  <Slides>12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30" baseType="lpstr">
      <vt:lpstr>Arial</vt:lpstr>
      <vt:lpstr>SimSun</vt:lpstr>
      <vt:lpstr>Wingdings</vt:lpstr>
      <vt:lpstr>ALS Gorizont Bold Expanded</vt:lpstr>
      <vt:lpstr>苹方-简</vt:lpstr>
      <vt:lpstr>Golos Text</vt:lpstr>
      <vt:lpstr>冬青黑体简体中文</vt:lpstr>
      <vt:lpstr>Arial</vt:lpstr>
      <vt:lpstr>Golos Text DemiBold</vt:lpstr>
      <vt:lpstr>Hiragino Sans</vt:lpstr>
      <vt:lpstr>Golos Text</vt:lpstr>
      <vt:lpstr>Calibri</vt:lpstr>
      <vt:lpstr>Helvetica Neue</vt:lpstr>
      <vt:lpstr>Microsoft YaHei</vt:lpstr>
      <vt:lpstr>汉仪旗黑</vt:lpstr>
      <vt:lpstr>Arial Unicode MS</vt:lpstr>
      <vt:lpstr>宋体-简</vt:lpstr>
      <vt:lpstr>Тема1</vt:lpstr>
      <vt:lpstr>Особенности проектирования
хладоцентра для центра обработки данных</vt:lpstr>
      <vt:lpstr>Актуальность: охлаждение — главный резерв снижения PUE и OPEX</vt:lpstr>
      <vt:lpstr>Цель и задачи исследования</vt:lpstr>
      <vt:lpstr>Объект, предмет и научная новизна</vt:lpstr>
      <vt:lpstr>Современные подходы к охлаждению ЦОД</vt:lpstr>
      <vt:lpstr>Климат Санкт-Петербурга дает 5 502 часа фрикулинга в год при MCT = 10°C</vt:lpstr>
      <vt:lpstr>Методика расчета доводит исходные данные до PUE, OPEX и проверки N+1</vt:lpstr>
      <vt:lpstr>Три сравниваемые схемы хладоцентра</vt:lpstr>
      <vt:lpstr>Технический результат: фрикулинг снижает энергопотребление охлаждения на 43,5%</vt:lpstr>
      <vt:lpstr>ТЭО: дополнительный CAPEX Схемы 2 окупается за счет снижения OPEX</vt:lpstr>
      <vt:lpstr>Итоговый выбор: Схема 2 дает лучший баланс эффективности, CAPEX и надежности</vt:lpstr>
      <vt:lpstr>Спасибо
за внимание!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Al</dc:creator>
  <cp:lastModifiedBy>Антон Иванов</cp:lastModifiedBy>
  <cp:revision>105</cp:revision>
  <dcterms:created xsi:type="dcterms:W3CDTF">2026-05-11T14:12:13Z</dcterms:created>
  <dcterms:modified xsi:type="dcterms:W3CDTF">2026-05-11T14:12:13Z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5F06D4F7582513029BD9016AAD83D841_42</vt:lpwstr>
  </property>
  <property fmtid="{D5CDD505-2E9C-101B-9397-08002B2CF9AE}" pid="3" name="KSOProductBuildVer">
    <vt:lpwstr>1033-12.1.25867.25867</vt:lpwstr>
  </property>
</Properties>
</file>